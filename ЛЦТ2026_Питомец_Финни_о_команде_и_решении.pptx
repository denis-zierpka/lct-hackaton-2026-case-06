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62" r:id="rId2"/>
    <p:sldId id="263" r:id="rId3"/>
    <p:sldId id="264" r:id="rId4"/>
    <p:sldId id="265" r:id="rId5"/>
    <p:sldId id="266" r:id="rId6"/>
  </p:sldIdLst>
  <p:sldSz cx="12192000" cy="6858000"/>
  <p:notesSz cx="6858000" cy="9144000"/>
  <p:defaultTextStyle>
    <a:defPPr>
      <a:defRPr lang="ru-RU"/>
    </a:defPPr>
    <a:lvl1pPr marL="0" algn="l" defTabSz="914220" rtl="0">
      <a:defRPr sz="1800">
        <a:solidFill>
          <a:schemeClr val="tx1"/>
        </a:solidFill>
        <a:latin typeface="+mn-lt"/>
        <a:ea typeface="+mn-ea"/>
        <a:cs typeface="+mn-cs"/>
      </a:defRPr>
    </a:lvl1pPr>
    <a:lvl2pPr marL="457110" algn="l" defTabSz="914220" rtl="0">
      <a:defRPr sz="1800">
        <a:solidFill>
          <a:schemeClr val="tx1"/>
        </a:solidFill>
        <a:latin typeface="+mn-lt"/>
        <a:ea typeface="+mn-ea"/>
        <a:cs typeface="+mn-cs"/>
      </a:defRPr>
    </a:lvl2pPr>
    <a:lvl3pPr marL="914220" algn="l" defTabSz="914220" rtl="0">
      <a:defRPr sz="1800">
        <a:solidFill>
          <a:schemeClr val="tx1"/>
        </a:solidFill>
        <a:latin typeface="+mn-lt"/>
        <a:ea typeface="+mn-ea"/>
        <a:cs typeface="+mn-cs"/>
      </a:defRPr>
    </a:lvl3pPr>
    <a:lvl4pPr marL="1371329" algn="l" defTabSz="914220" rtl="0">
      <a:defRPr sz="1800">
        <a:solidFill>
          <a:schemeClr val="tx1"/>
        </a:solidFill>
        <a:latin typeface="+mn-lt"/>
        <a:ea typeface="+mn-ea"/>
        <a:cs typeface="+mn-cs"/>
      </a:defRPr>
    </a:lvl4pPr>
    <a:lvl5pPr marL="1828439" algn="l" defTabSz="914220" rtl="0">
      <a:defRPr sz="1800">
        <a:solidFill>
          <a:schemeClr val="tx1"/>
        </a:solidFill>
        <a:latin typeface="+mn-lt"/>
        <a:ea typeface="+mn-ea"/>
        <a:cs typeface="+mn-cs"/>
      </a:defRPr>
    </a:lvl5pPr>
    <a:lvl6pPr marL="2285549" algn="l" defTabSz="914220" rtl="0">
      <a:defRPr sz="1800">
        <a:solidFill>
          <a:schemeClr val="tx1"/>
        </a:solidFill>
        <a:latin typeface="+mn-lt"/>
        <a:ea typeface="+mn-ea"/>
        <a:cs typeface="+mn-cs"/>
      </a:defRPr>
    </a:lvl6pPr>
    <a:lvl7pPr marL="2742658" algn="l" defTabSz="914220" rtl="0">
      <a:defRPr sz="1800">
        <a:solidFill>
          <a:schemeClr val="tx1"/>
        </a:solidFill>
        <a:latin typeface="+mn-lt"/>
        <a:ea typeface="+mn-ea"/>
        <a:cs typeface="+mn-cs"/>
      </a:defRPr>
    </a:lvl7pPr>
    <a:lvl8pPr marL="3199765" algn="l" defTabSz="914220" rtl="0">
      <a:defRPr sz="1800">
        <a:solidFill>
          <a:schemeClr val="tx1"/>
        </a:solidFill>
        <a:latin typeface="+mn-lt"/>
        <a:ea typeface="+mn-ea"/>
        <a:cs typeface="+mn-cs"/>
      </a:defRPr>
    </a:lvl8pPr>
    <a:lvl9pPr marL="3656877" algn="l" defTabSz="91422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597">
          <p15:clr>
            <a:srgbClr val="A4A3A4"/>
          </p15:clr>
        </p15:guide>
        <p15:guide id="2" pos="3591">
          <p15:clr>
            <a:srgbClr val="A4A3A4"/>
          </p15:clr>
        </p15:guide>
        <p15:guide id="3" pos="5496">
          <p15:clr>
            <a:srgbClr val="A4A3A4"/>
          </p15:clr>
        </p15:guide>
        <p15:guide id="4" pos="4112">
          <p15:clr>
            <a:srgbClr val="A4A3A4"/>
          </p15:clr>
        </p15:guide>
        <p15:guide id="5" pos="393">
          <p15:clr>
            <a:srgbClr val="A4A3A4"/>
          </p15:clr>
        </p15:guide>
        <p15:guide id="6"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24"/>
    <p:restoredTop sz="94630"/>
  </p:normalViewPr>
  <p:slideViewPr>
    <p:cSldViewPr snapToGrid="0" showGuides="1">
      <p:cViewPr varScale="1">
        <p:scale>
          <a:sx n="113" d="100"/>
          <a:sy n="113" d="100"/>
        </p:scale>
        <p:origin x="584" y="176"/>
      </p:cViewPr>
      <p:guideLst>
        <p:guide pos="597"/>
        <p:guide pos="3591"/>
        <p:guide pos="5496"/>
        <p:guide pos="4112"/>
        <p:guide pos="393"/>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899384526" name="Верхний колонтитул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ru-RU"/>
          </a:p>
        </p:txBody>
      </p:sp>
      <p:sp>
        <p:nvSpPr>
          <p:cNvPr id="598856287" name="Дата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9DA401BA-3150-4FF7-8D13-C8A64268AC63}" type="datetimeFigureOut">
              <a:rPr lang="ru-RU"/>
              <a:t>29.09.2026</a:t>
            </a:fld>
            <a:endParaRPr lang="ru-RU"/>
          </a:p>
        </p:txBody>
      </p:sp>
      <p:sp>
        <p:nvSpPr>
          <p:cNvPr id="617239837" name="Образ слайда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ru-RU"/>
          </a:p>
        </p:txBody>
      </p:sp>
      <p:sp>
        <p:nvSpPr>
          <p:cNvPr id="522543061" name="Заметки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904435831" name="Нижний колонтитул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ru-RU"/>
          </a:p>
        </p:txBody>
      </p:sp>
      <p:sp>
        <p:nvSpPr>
          <p:cNvPr id="206851908" name="Номер слайда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3D5F3B14-7AC8-406F-A299-37D374056E4F}" type="slidenum">
              <a:rPr lang="ru-RU"/>
              <a:t>‹#›</a:t>
            </a:fld>
            <a:endParaRPr lang="ru-RU"/>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1245138-6CD4-1713-52A9-3DF0E1F60238}"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7E94BD4-D97A-D8A5-86DD-910047F39987}"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0019081" name="Образ слайда 1"/>
          <p:cNvSpPr>
            <a:spLocks noGrp="1" noRot="1" noChangeAspect="1"/>
          </p:cNvSpPr>
          <p:nvPr>
            <p:ph type="sldImg"/>
          </p:nvPr>
        </p:nvSpPr>
        <p:spPr bwMode="auto"/>
      </p:sp>
      <p:sp>
        <p:nvSpPr>
          <p:cNvPr id="426685700" name="Заметки 2"/>
          <p:cNvSpPr>
            <a:spLocks noGrp="1"/>
          </p:cNvSpPr>
          <p:nvPr>
            <p:ph type="body" idx="1"/>
          </p:nvPr>
        </p:nvSpPr>
        <p:spPr bwMode="auto"/>
        <p:txBody>
          <a:bodyPr/>
          <a:lstStyle/>
          <a:p>
            <a:pPr>
              <a:defRPr/>
            </a:pPr>
            <a:endParaRPr lang="ru-RU"/>
          </a:p>
        </p:txBody>
      </p:sp>
      <p:sp>
        <p:nvSpPr>
          <p:cNvPr id="305206488" name="Номер слайда 3"/>
          <p:cNvSpPr>
            <a:spLocks noGrp="1"/>
          </p:cNvSpPr>
          <p:nvPr>
            <p:ph type="sldNum" sz="quarter" idx="5"/>
          </p:nvPr>
        </p:nvSpPr>
        <p:spPr bwMode="auto"/>
        <p:txBody>
          <a:bodyPr/>
          <a:lstStyle/>
          <a:p>
            <a:pPr>
              <a:defRPr/>
            </a:pPr>
            <a:fld id="{3D5F3B14-7AC8-406F-A299-37D374056E4F}" type="slidenum">
              <a:rPr lang="ru-RU"/>
              <a:t>3</a:t>
            </a:fld>
            <a:endParaRPr lang="ru-R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38134947" name="Образ слайда 1"/>
          <p:cNvSpPr>
            <a:spLocks noGrp="1" noRot="1" noChangeAspect="1"/>
          </p:cNvSpPr>
          <p:nvPr>
            <p:ph type="sldImg"/>
          </p:nvPr>
        </p:nvSpPr>
        <p:spPr bwMode="auto"/>
      </p:sp>
      <p:sp>
        <p:nvSpPr>
          <p:cNvPr id="818314026" name="Заметки 2"/>
          <p:cNvSpPr>
            <a:spLocks noGrp="1"/>
          </p:cNvSpPr>
          <p:nvPr>
            <p:ph type="body" idx="1"/>
          </p:nvPr>
        </p:nvSpPr>
        <p:spPr bwMode="auto"/>
        <p:txBody>
          <a:bodyPr/>
          <a:lstStyle/>
          <a:p>
            <a:pPr>
              <a:defRPr/>
            </a:pPr>
            <a:endParaRPr lang="ru-RU"/>
          </a:p>
        </p:txBody>
      </p:sp>
      <p:sp>
        <p:nvSpPr>
          <p:cNvPr id="428898123" name="Номер слайда 3"/>
          <p:cNvSpPr>
            <a:spLocks noGrp="1"/>
          </p:cNvSpPr>
          <p:nvPr>
            <p:ph type="sldNum" sz="quarter" idx="5"/>
          </p:nvPr>
        </p:nvSpPr>
        <p:spPr bwMode="auto"/>
        <p:txBody>
          <a:bodyPr/>
          <a:lstStyle/>
          <a:p>
            <a:pPr>
              <a:defRPr/>
            </a:pPr>
            <a:fld id="{3D5F3B14-7AC8-406F-A299-37D374056E4F}" type="slidenum">
              <a:rPr lang="ru-RU"/>
              <a:t>4</a:t>
            </a:fld>
            <a:endParaRPr lang="ru-R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A5429A5-C93E-F9A6-1304-80F7146AA72C}" type="slidenum">
              <a:rPr/>
              <a:t>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Титульный слайд">
    <p:bg>
      <p:bgPr>
        <a:blipFill rotWithShape="1">
          <a:blip r:embed="rId2">
            <a:lum/>
          </a:blip>
          <a:stretch/>
        </a:blipFill>
        <a:effectLst/>
      </p:bgPr>
    </p:bg>
    <p:spTree>
      <p:nvGrpSpPr>
        <p:cNvPr id="1" name=""/>
        <p:cNvGrpSpPr/>
        <p:nvPr/>
      </p:nvGrpSpPr>
      <p:grpSpPr bwMode="auto">
        <a:xfrm>
          <a:off x="0" y="0"/>
          <a:ext cx="0" cy="0"/>
          <a:chOff x="0" y="0"/>
          <a:chExt cx="0" cy="0"/>
        </a:xfrm>
      </p:grpSpPr>
      <p:sp>
        <p:nvSpPr>
          <p:cNvPr id="1203124979" name="Рисунок 10"/>
          <p:cNvSpPr>
            <a:spLocks noGrp="1"/>
          </p:cNvSpPr>
          <p:nvPr>
            <p:ph type="pic" sz="quarter" idx="10" hasCustomPrompt="1"/>
          </p:nvPr>
        </p:nvSpPr>
        <p:spPr bwMode="auto">
          <a:xfrm>
            <a:off x="6792000" y="395288"/>
            <a:ext cx="5400000" cy="5400000"/>
          </a:xfrm>
        </p:spPr>
        <p:txBody>
          <a:bodyPr anchor="ctr" anchorCtr="0"/>
          <a:lstStyle>
            <a:lvl1pPr>
              <a:defRPr/>
            </a:lvl1pPr>
          </a:lstStyle>
          <a:p>
            <a:pPr>
              <a:defRPr/>
            </a:pPr>
            <a:r>
              <a:rPr lang="ru-RU"/>
              <a:t>Иконка задачи</a:t>
            </a:r>
            <a:endParaRPr/>
          </a:p>
        </p:txBody>
      </p:sp>
      <p:sp>
        <p:nvSpPr>
          <p:cNvPr id="1637148017" name="Заголовок 1"/>
          <p:cNvSpPr>
            <a:spLocks noGrp="1"/>
          </p:cNvSpPr>
          <p:nvPr>
            <p:ph type="ctrTitle" hasCustomPrompt="1"/>
          </p:nvPr>
        </p:nvSpPr>
        <p:spPr bwMode="auto">
          <a:xfrm>
            <a:off x="0" y="4323440"/>
            <a:ext cx="8930641" cy="827011"/>
          </a:xfrm>
          <a:prstGeom prst="rect">
            <a:avLst/>
          </a:prstGeom>
          <a:noFill/>
        </p:spPr>
        <p:txBody>
          <a:bodyPr anchor="ctr" anchorCtr="0"/>
          <a:lstStyle>
            <a:lvl1pPr marL="0" indent="712788" algn="l">
              <a:defRPr sz="2800">
                <a:solidFill>
                  <a:schemeClr val="bg1">
                    <a:lumMod val="95000"/>
                  </a:schemeClr>
                </a:solidFill>
              </a:defRPr>
            </a:lvl1pPr>
          </a:lstStyle>
          <a:p>
            <a:pPr>
              <a:defRPr/>
            </a:pPr>
            <a:r>
              <a:rPr lang="ru-RU"/>
              <a:t>НАЗВАНИЕ КОМАНДЫ</a:t>
            </a:r>
            <a:endParaRPr/>
          </a:p>
        </p:txBody>
      </p:sp>
      <p:sp>
        <p:nvSpPr>
          <p:cNvPr id="81816152" name="Рисунок 41"/>
          <p:cNvSpPr>
            <a:spLocks noGrp="1"/>
          </p:cNvSpPr>
          <p:nvPr>
            <p:ph type="pic" sz="quarter" idx="11" hasCustomPrompt="1"/>
          </p:nvPr>
        </p:nvSpPr>
        <p:spPr bwMode="auto">
          <a:xfrm>
            <a:off x="802640" y="2911980"/>
            <a:ext cx="3386773" cy="1082589"/>
          </a:xfrm>
        </p:spPr>
        <p:txBody>
          <a:bodyPr anchor="ctr" anchorCtr="0"/>
          <a:lstStyle>
            <a:lvl1pPr>
              <a:defRPr/>
            </a:lvl1pPr>
          </a:lstStyle>
          <a:p>
            <a:pPr>
              <a:defRPr/>
            </a:pPr>
            <a:r>
              <a:rPr lang="ru-RU"/>
              <a:t>Логотип/логотипы постановщика задачи</a:t>
            </a:r>
            <a:endParaRPr/>
          </a:p>
        </p:txBody>
      </p:sp>
      <p:sp>
        <p:nvSpPr>
          <p:cNvPr id="538303898" name="Текст 4"/>
          <p:cNvSpPr>
            <a:spLocks noGrp="1"/>
          </p:cNvSpPr>
          <p:nvPr>
            <p:ph type="body" sz="quarter" idx="12" hasCustomPrompt="1"/>
          </p:nvPr>
        </p:nvSpPr>
        <p:spPr bwMode="auto">
          <a:xfrm>
            <a:off x="0" y="5149851"/>
            <a:ext cx="8930641" cy="757174"/>
          </a:xfrm>
          <a:prstGeom prst="rect">
            <a:avLst/>
          </a:prstGeom>
          <a:noFill/>
        </p:spPr>
        <p:txBody>
          <a:bodyPr>
            <a:normAutofit/>
          </a:bodyPr>
          <a:lstStyle>
            <a:lvl1pPr marL="0" indent="712788">
              <a:buNone/>
              <a:defRPr sz="1800"/>
            </a:lvl1pPr>
          </a:lstStyle>
          <a:p>
            <a:pPr>
              <a:defRPr/>
            </a:pPr>
            <a:r>
              <a:rPr lang="ru-RU" sz="1600" b="0"/>
              <a:t>Номер и название задачи</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1_Описание команды">
    <p:spTree>
      <p:nvGrpSpPr>
        <p:cNvPr id="1" name=""/>
        <p:cNvGrpSpPr/>
        <p:nvPr/>
      </p:nvGrpSpPr>
      <p:grpSpPr bwMode="auto">
        <a:xfrm>
          <a:off x="0" y="0"/>
          <a:ext cx="0" cy="0"/>
          <a:chOff x="0" y="0"/>
          <a:chExt cx="0" cy="0"/>
        </a:xfrm>
      </p:grpSpPr>
      <p:sp>
        <p:nvSpPr>
          <p:cNvPr id="1220184956" name="Рисунок 10"/>
          <p:cNvSpPr>
            <a:spLocks noGrp="1"/>
          </p:cNvSpPr>
          <p:nvPr>
            <p:ph type="pic" sz="quarter" idx="10" hasCustomPrompt="1"/>
          </p:nvPr>
        </p:nvSpPr>
        <p:spPr bwMode="auto">
          <a:xfrm>
            <a:off x="6894095" y="1044081"/>
            <a:ext cx="4962943" cy="2221824"/>
          </a:xfrm>
        </p:spPr>
        <p:txBody>
          <a:bodyPr anchor="ctr" anchorCtr="0"/>
          <a:lstStyle>
            <a:lvl1pPr>
              <a:defRPr/>
            </a:lvl1pPr>
          </a:lstStyle>
          <a:p>
            <a:pPr>
              <a:defRPr/>
            </a:pPr>
            <a:r>
              <a:rPr lang="ru-RU"/>
              <a:t>Фото команды</a:t>
            </a:r>
            <a:endParaRPr/>
          </a:p>
        </p:txBody>
      </p:sp>
      <p:sp>
        <p:nvSpPr>
          <p:cNvPr id="1545059078" name="Заголовок 1"/>
          <p:cNvSpPr>
            <a:spLocks noGrp="1"/>
          </p:cNvSpPr>
          <p:nvPr>
            <p:ph type="title" hasCustomPrompt="1"/>
          </p:nvPr>
        </p:nvSpPr>
        <p:spPr bwMode="auto">
          <a:xfrm>
            <a:off x="346075" y="395288"/>
            <a:ext cx="11244772" cy="376138"/>
          </a:xfrm>
          <a:prstGeom prst="rect">
            <a:avLst/>
          </a:prstGeom>
        </p:spPr>
        <p:txBody>
          <a:bodyPr vert="horz" lIns="91440" tIns="45720" rIns="91440" bIns="45720" rtlCol="0" anchor="b" anchorCtr="0">
            <a:noAutofit/>
          </a:bodyPr>
          <a:lstStyle>
            <a:lvl1pPr>
              <a:defRPr/>
            </a:lvl1pPr>
          </a:lstStyle>
          <a:p>
            <a:pPr>
              <a:defRPr/>
            </a:pPr>
            <a:r>
              <a:rPr lang="ru-RU"/>
              <a:t>КОМАНДА «НАЗВАНИЕ»</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Команда">
    <p:spTree>
      <p:nvGrpSpPr>
        <p:cNvPr id="1" name=""/>
        <p:cNvGrpSpPr/>
        <p:nvPr/>
      </p:nvGrpSpPr>
      <p:grpSpPr bwMode="auto">
        <a:xfrm>
          <a:off x="0" y="0"/>
          <a:ext cx="0" cy="0"/>
          <a:chOff x="0" y="0"/>
          <a:chExt cx="0" cy="0"/>
        </a:xfrm>
      </p:grpSpPr>
      <p:sp>
        <p:nvSpPr>
          <p:cNvPr id="885292483" name="Дата 3"/>
          <p:cNvSpPr>
            <a:spLocks noGrp="1"/>
          </p:cNvSpPr>
          <p:nvPr>
            <p:ph type="dt" sz="half" idx="2"/>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67EB9651-F031-4963-AFE9-33BCC0E88757}" type="datetime1">
              <a:rPr lang="ru-RU"/>
              <a:t>29.09.2026</a:t>
            </a:fld>
            <a:endParaRPr lang="ru-RU"/>
          </a:p>
        </p:txBody>
      </p:sp>
      <p:sp>
        <p:nvSpPr>
          <p:cNvPr id="1917293284"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809700930"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
        <p:nvSpPr>
          <p:cNvPr id="1163748631" name="Заголовок 1"/>
          <p:cNvSpPr>
            <a:spLocks noGrp="1"/>
          </p:cNvSpPr>
          <p:nvPr>
            <p:ph type="title" hasCustomPrompt="1"/>
          </p:nvPr>
        </p:nvSpPr>
        <p:spPr bwMode="auto">
          <a:xfrm>
            <a:off x="346075" y="395288"/>
            <a:ext cx="11244772" cy="376138"/>
          </a:xfrm>
          <a:prstGeom prst="rect">
            <a:avLst/>
          </a:prstGeom>
        </p:spPr>
        <p:txBody>
          <a:bodyPr vert="horz" lIns="91440" tIns="45720" rIns="91440" bIns="45720" rtlCol="0" anchor="b" anchorCtr="0">
            <a:noAutofit/>
          </a:bodyPr>
          <a:lstStyle>
            <a:lvl1pPr>
              <a:defRPr/>
            </a:lvl1pPr>
          </a:lstStyle>
          <a:p>
            <a:pPr>
              <a:defRPr/>
            </a:pPr>
            <a:r>
              <a:rPr lang="ru-RU"/>
              <a:t>КОМАНДА «НАЗВАНИЕ»</a:t>
            </a:r>
            <a:endParaRPr/>
          </a:p>
        </p:txBody>
      </p:sp>
      <p:sp>
        <p:nvSpPr>
          <p:cNvPr id="55537190" name="Текст 35"/>
          <p:cNvSpPr>
            <a:spLocks noGrp="1"/>
          </p:cNvSpPr>
          <p:nvPr>
            <p:ph type="body" sz="quarter" idx="27" hasCustomPrompt="1"/>
          </p:nvPr>
        </p:nvSpPr>
        <p:spPr bwMode="auto">
          <a:xfrm>
            <a:off x="806323" y="4192124"/>
            <a:ext cx="1843581" cy="1576498"/>
          </a:xfrm>
          <a:prstGeom prst="rect">
            <a:avLst/>
          </a:prstGeom>
          <a:ln>
            <a:noFill/>
          </a:ln>
        </p:spPr>
        <p:txBody>
          <a:bodyPr>
            <a:normAutofit/>
          </a:bodyPr>
          <a:lstStyle>
            <a:lvl1pPr marL="144688" indent="-144688">
              <a:buClr>
                <a:schemeClr val="accent1"/>
              </a:buClr>
              <a:buFont typeface="Wingdings"/>
              <a:buChar char="§"/>
              <a:defRPr sz="1400"/>
            </a:lvl1pPr>
          </a:lstStyle>
          <a:p>
            <a:pPr lvl="0">
              <a:defRPr/>
            </a:pPr>
            <a:r>
              <a:rPr lang="ru-RU"/>
              <a:t>Роль в команде</a:t>
            </a:r>
            <a:endParaRPr/>
          </a:p>
          <a:p>
            <a:pPr lvl="0">
              <a:defRPr/>
            </a:pPr>
            <a:r>
              <a:rPr lang="en-US"/>
              <a:t>Telegram</a:t>
            </a:r>
            <a:endParaRPr/>
          </a:p>
          <a:p>
            <a:pPr lvl="0">
              <a:defRPr/>
            </a:pPr>
            <a:r>
              <a:rPr lang="ru-RU"/>
              <a:t>Номер</a:t>
            </a:r>
            <a:endParaRPr/>
          </a:p>
        </p:txBody>
      </p:sp>
      <p:sp>
        <p:nvSpPr>
          <p:cNvPr id="618946448" name="Текст 35"/>
          <p:cNvSpPr>
            <a:spLocks noGrp="1"/>
          </p:cNvSpPr>
          <p:nvPr>
            <p:ph type="body" sz="quarter" idx="33" hasCustomPrompt="1"/>
          </p:nvPr>
        </p:nvSpPr>
        <p:spPr bwMode="auto">
          <a:xfrm>
            <a:off x="3014568" y="4192124"/>
            <a:ext cx="1843581" cy="1576498"/>
          </a:xfrm>
          <a:prstGeom prst="rect">
            <a:avLst/>
          </a:prstGeom>
          <a:ln>
            <a:noFill/>
          </a:ln>
        </p:spPr>
        <p:txBody>
          <a:bodyPr>
            <a:normAutofit/>
          </a:bodyPr>
          <a:lstStyle>
            <a:lvl1pPr marL="144688" indent="-144688">
              <a:buClr>
                <a:schemeClr val="accent1"/>
              </a:buClr>
              <a:buFont typeface="Wingdings"/>
              <a:buChar char="§"/>
              <a:defRPr sz="1400"/>
            </a:lvl1pPr>
          </a:lstStyle>
          <a:p>
            <a:pPr lvl="0">
              <a:defRPr/>
            </a:pPr>
            <a:r>
              <a:rPr lang="ru-RU"/>
              <a:t>Роль в команде</a:t>
            </a:r>
            <a:endParaRPr/>
          </a:p>
          <a:p>
            <a:pPr lvl="0">
              <a:defRPr/>
            </a:pPr>
            <a:r>
              <a:rPr lang="en-US"/>
              <a:t>Telegram</a:t>
            </a:r>
            <a:endParaRPr/>
          </a:p>
          <a:p>
            <a:pPr lvl="0">
              <a:defRPr/>
            </a:pPr>
            <a:r>
              <a:rPr lang="ru-RU"/>
              <a:t>Номер</a:t>
            </a:r>
            <a:endParaRPr/>
          </a:p>
        </p:txBody>
      </p:sp>
      <p:sp>
        <p:nvSpPr>
          <p:cNvPr id="2125760602" name="Текст 35"/>
          <p:cNvSpPr>
            <a:spLocks noGrp="1"/>
          </p:cNvSpPr>
          <p:nvPr>
            <p:ph type="body" sz="quarter" idx="35" hasCustomPrompt="1"/>
          </p:nvPr>
        </p:nvSpPr>
        <p:spPr bwMode="auto">
          <a:xfrm>
            <a:off x="5191192" y="4192124"/>
            <a:ext cx="1843581" cy="1576498"/>
          </a:xfrm>
          <a:prstGeom prst="rect">
            <a:avLst/>
          </a:prstGeom>
          <a:ln>
            <a:noFill/>
          </a:ln>
        </p:spPr>
        <p:txBody>
          <a:bodyPr>
            <a:normAutofit/>
          </a:bodyPr>
          <a:lstStyle>
            <a:lvl1pPr marL="144688" indent="-144688">
              <a:buClr>
                <a:schemeClr val="accent1"/>
              </a:buClr>
              <a:buFont typeface="Wingdings"/>
              <a:buChar char="§"/>
              <a:defRPr sz="1400"/>
            </a:lvl1pPr>
          </a:lstStyle>
          <a:p>
            <a:pPr lvl="0">
              <a:defRPr/>
            </a:pPr>
            <a:r>
              <a:rPr lang="ru-RU"/>
              <a:t>Роль в команде</a:t>
            </a:r>
            <a:endParaRPr/>
          </a:p>
          <a:p>
            <a:pPr lvl="0">
              <a:defRPr/>
            </a:pPr>
            <a:r>
              <a:rPr lang="en-US"/>
              <a:t>Telegram</a:t>
            </a:r>
            <a:endParaRPr/>
          </a:p>
          <a:p>
            <a:pPr lvl="0">
              <a:defRPr/>
            </a:pPr>
            <a:r>
              <a:rPr lang="ru-RU"/>
              <a:t>Номер</a:t>
            </a:r>
            <a:endParaRPr/>
          </a:p>
        </p:txBody>
      </p:sp>
      <p:sp>
        <p:nvSpPr>
          <p:cNvPr id="1358159349" name="Текст 35"/>
          <p:cNvSpPr>
            <a:spLocks noGrp="1"/>
          </p:cNvSpPr>
          <p:nvPr>
            <p:ph type="body" sz="quarter" idx="37" hasCustomPrompt="1"/>
          </p:nvPr>
        </p:nvSpPr>
        <p:spPr bwMode="auto">
          <a:xfrm>
            <a:off x="7366644" y="4192124"/>
            <a:ext cx="1843581" cy="1576498"/>
          </a:xfrm>
          <a:prstGeom prst="rect">
            <a:avLst/>
          </a:prstGeom>
          <a:ln>
            <a:noFill/>
          </a:ln>
        </p:spPr>
        <p:txBody>
          <a:bodyPr>
            <a:normAutofit/>
          </a:bodyPr>
          <a:lstStyle>
            <a:lvl1pPr marL="144688" indent="-144688">
              <a:buClr>
                <a:schemeClr val="accent1"/>
              </a:buClr>
              <a:buFont typeface="Wingdings"/>
              <a:buChar char="§"/>
              <a:defRPr sz="1400"/>
            </a:lvl1pPr>
          </a:lstStyle>
          <a:p>
            <a:pPr lvl="0">
              <a:defRPr/>
            </a:pPr>
            <a:r>
              <a:rPr lang="ru-RU"/>
              <a:t>Роль в команде</a:t>
            </a:r>
            <a:endParaRPr/>
          </a:p>
          <a:p>
            <a:pPr lvl="0">
              <a:defRPr/>
            </a:pPr>
            <a:r>
              <a:rPr lang="en-US"/>
              <a:t>Telegram</a:t>
            </a:r>
            <a:endParaRPr/>
          </a:p>
          <a:p>
            <a:pPr lvl="0">
              <a:defRPr/>
            </a:pPr>
            <a:r>
              <a:rPr lang="ru-RU"/>
              <a:t>Номер</a:t>
            </a:r>
            <a:endParaRPr/>
          </a:p>
        </p:txBody>
      </p:sp>
      <p:sp>
        <p:nvSpPr>
          <p:cNvPr id="2079524188" name="Текст 35"/>
          <p:cNvSpPr>
            <a:spLocks noGrp="1"/>
          </p:cNvSpPr>
          <p:nvPr>
            <p:ph type="body" sz="quarter" idx="39" hasCustomPrompt="1"/>
          </p:nvPr>
        </p:nvSpPr>
        <p:spPr bwMode="auto">
          <a:xfrm>
            <a:off x="9542096" y="4192124"/>
            <a:ext cx="1843581" cy="1576498"/>
          </a:xfrm>
          <a:prstGeom prst="rect">
            <a:avLst/>
          </a:prstGeom>
          <a:ln>
            <a:noFill/>
          </a:ln>
        </p:spPr>
        <p:txBody>
          <a:bodyPr>
            <a:normAutofit/>
          </a:bodyPr>
          <a:lstStyle>
            <a:lvl1pPr marL="144688" indent="-144688">
              <a:buClr>
                <a:schemeClr val="accent1"/>
              </a:buClr>
              <a:buFont typeface="Wingdings"/>
              <a:buChar char="§"/>
              <a:defRPr sz="1400"/>
            </a:lvl1pPr>
          </a:lstStyle>
          <a:p>
            <a:pPr lvl="0">
              <a:defRPr/>
            </a:pPr>
            <a:r>
              <a:rPr lang="ru-RU"/>
              <a:t>Роль в команде</a:t>
            </a:r>
            <a:endParaRPr/>
          </a:p>
          <a:p>
            <a:pPr lvl="0">
              <a:defRPr/>
            </a:pPr>
            <a:r>
              <a:rPr lang="en-US"/>
              <a:t>Telegram</a:t>
            </a:r>
            <a:endParaRPr/>
          </a:p>
          <a:p>
            <a:pPr lvl="0">
              <a:defRPr/>
            </a:pPr>
            <a:r>
              <a:rPr lang="ru-RU"/>
              <a:t>Номер</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Пустой с заголовком">
    <p:spTree>
      <p:nvGrpSpPr>
        <p:cNvPr id="1" name=""/>
        <p:cNvGrpSpPr/>
        <p:nvPr/>
      </p:nvGrpSpPr>
      <p:grpSpPr bwMode="auto">
        <a:xfrm>
          <a:off x="0" y="0"/>
          <a:ext cx="0" cy="0"/>
          <a:chOff x="0" y="0"/>
          <a:chExt cx="0" cy="0"/>
        </a:xfrm>
      </p:grpSpPr>
      <p:sp>
        <p:nvSpPr>
          <p:cNvPr id="2065476071" name="Дата 3"/>
          <p:cNvSpPr>
            <a:spLocks noGrp="1"/>
          </p:cNvSpPr>
          <p:nvPr>
            <p:ph type="dt" sz="half" idx="2"/>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1021F813-DBA1-42EC-A748-A9CC16659E6B}" type="datetime1">
              <a:rPr lang="ru-RU"/>
              <a:t>29.09.2026</a:t>
            </a:fld>
            <a:endParaRPr lang="ru-RU"/>
          </a:p>
        </p:txBody>
      </p:sp>
      <p:sp>
        <p:nvSpPr>
          <p:cNvPr id="1758377096"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1833885455"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Заголовок и объект">
    <p:spTree>
      <p:nvGrpSpPr>
        <p:cNvPr id="1" name=""/>
        <p:cNvGrpSpPr/>
        <p:nvPr/>
      </p:nvGrpSpPr>
      <p:grpSpPr bwMode="auto">
        <a:xfrm>
          <a:off x="0" y="0"/>
          <a:ext cx="0" cy="0"/>
          <a:chOff x="0" y="0"/>
          <a:chExt cx="0" cy="0"/>
        </a:xfrm>
      </p:grpSpPr>
      <p:sp>
        <p:nvSpPr>
          <p:cNvPr id="1804704030" name="Текст 2"/>
          <p:cNvSpPr>
            <a:spLocks noGrp="1"/>
          </p:cNvSpPr>
          <p:nvPr>
            <p:ph idx="1"/>
          </p:nvPr>
        </p:nvSpPr>
        <p:spPr bwMode="auto">
          <a:xfrm>
            <a:off x="315392" y="1016177"/>
            <a:ext cx="11561229" cy="5160793"/>
          </a:xfrm>
          <a:prstGeom prst="rect">
            <a:avLst/>
          </a:prstGeom>
        </p:spPr>
        <p:txBody>
          <a:bodyPr vert="horz" lIns="91440" tIns="45720" rIns="91440" bIns="45720" rtlCol="0">
            <a:normAutofit/>
          </a:bodyPr>
          <a:lstStyle>
            <a:lvl1pPr>
              <a:defRPr>
                <a:solidFill>
                  <a:schemeClr val="bg1">
                    <a:lumMod val="95000"/>
                  </a:schemeClr>
                </a:solidFill>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446582967" name="Дата 3"/>
          <p:cNvSpPr>
            <a:spLocks noGrp="1"/>
          </p:cNvSpPr>
          <p:nvPr>
            <p:ph type="dt" sz="half" idx="2"/>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7DE2642A-6018-4CC1-81AB-5FD8D2782D4F}" type="datetime1">
              <a:rPr lang="ru-RU"/>
              <a:t>29.09.2026</a:t>
            </a:fld>
            <a:endParaRPr lang="ru-RU"/>
          </a:p>
        </p:txBody>
      </p:sp>
      <p:sp>
        <p:nvSpPr>
          <p:cNvPr id="1380066740"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162852500"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
        <p:nvSpPr>
          <p:cNvPr id="1026726906" name="Заголовок 1"/>
          <p:cNvSpPr>
            <a:spLocks noGrp="1"/>
          </p:cNvSpPr>
          <p:nvPr>
            <p:ph type="title"/>
          </p:nvPr>
        </p:nvSpPr>
        <p:spPr bwMode="auto">
          <a:xfrm>
            <a:off x="346075" y="421226"/>
            <a:ext cx="9862734" cy="376138"/>
          </a:xfrm>
          <a:prstGeom prst="rect">
            <a:avLst/>
          </a:prstGeom>
        </p:spPr>
        <p:txBody>
          <a:bodyPr vert="horz" lIns="91440" tIns="45720" rIns="91440" bIns="45720" rtlCol="0" anchor="b" anchorCtr="0">
            <a:noAutofit/>
          </a:bodyPr>
          <a:lstStyle>
            <a:lvl1pPr>
              <a:defRPr>
                <a:solidFill>
                  <a:schemeClr val="bg1">
                    <a:lumMod val="95000"/>
                  </a:schemeClr>
                </a:solidFill>
              </a:defRPr>
            </a:lvl1pPr>
          </a:lstStyle>
          <a:p>
            <a:pPr>
              <a:defRPr/>
            </a:pPr>
            <a:r>
              <a:rPr lang="ru-RU"/>
              <a:t>ОБРАЗЕЦ ЗАГОЛОВКА</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Два объекта">
    <p:spTree>
      <p:nvGrpSpPr>
        <p:cNvPr id="1" name=""/>
        <p:cNvGrpSpPr/>
        <p:nvPr/>
      </p:nvGrpSpPr>
      <p:grpSpPr bwMode="auto">
        <a:xfrm>
          <a:off x="0" y="0"/>
          <a:ext cx="0" cy="0"/>
          <a:chOff x="0" y="0"/>
          <a:chExt cx="0" cy="0"/>
        </a:xfrm>
      </p:grpSpPr>
      <p:sp>
        <p:nvSpPr>
          <p:cNvPr id="1725093092" name="Объект 2"/>
          <p:cNvSpPr>
            <a:spLocks noGrp="1"/>
          </p:cNvSpPr>
          <p:nvPr>
            <p:ph sz="half" idx="1"/>
          </p:nvPr>
        </p:nvSpPr>
        <p:spPr bwMode="auto">
          <a:xfrm>
            <a:off x="315387" y="1016001"/>
            <a:ext cx="5704418" cy="5184774"/>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2070345101" name="Объект 3"/>
          <p:cNvSpPr>
            <a:spLocks noGrp="1"/>
          </p:cNvSpPr>
          <p:nvPr>
            <p:ph sz="half" idx="2"/>
          </p:nvPr>
        </p:nvSpPr>
        <p:spPr bwMode="auto">
          <a:xfrm>
            <a:off x="6172206" y="1016001"/>
            <a:ext cx="5670472" cy="5184774"/>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2077253491" name="Дата 3"/>
          <p:cNvSpPr>
            <a:spLocks noGrp="1"/>
          </p:cNvSpPr>
          <p:nvPr>
            <p:ph type="dt" sz="half" idx="10"/>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43014BBE-C503-4380-A869-5EE8294FE947}" type="datetime1">
              <a:rPr lang="ru-RU"/>
              <a:t>29.09.2026</a:t>
            </a:fld>
            <a:endParaRPr lang="ru-RU"/>
          </a:p>
        </p:txBody>
      </p:sp>
      <p:sp>
        <p:nvSpPr>
          <p:cNvPr id="1880791021"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351863303"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
        <p:nvSpPr>
          <p:cNvPr id="1115855535" name="Заголовок 1"/>
          <p:cNvSpPr>
            <a:spLocks noGrp="1"/>
          </p:cNvSpPr>
          <p:nvPr>
            <p:ph type="title"/>
          </p:nvPr>
        </p:nvSpPr>
        <p:spPr bwMode="auto">
          <a:xfrm>
            <a:off x="346075" y="421226"/>
            <a:ext cx="9862734" cy="376138"/>
          </a:xfrm>
          <a:prstGeom prst="rect">
            <a:avLst/>
          </a:prstGeom>
        </p:spPr>
        <p:txBody>
          <a:bodyPr vert="horz" lIns="91440" tIns="45720" rIns="91440" bIns="45720" rtlCol="0" anchor="b" anchorCtr="0">
            <a:noAutofit/>
          </a:bodyPr>
          <a:lstStyle/>
          <a:p>
            <a:pPr>
              <a:defRPr/>
            </a:pPr>
            <a:r>
              <a:rPr lang="ru-RU"/>
              <a:t>ОБРАЗЕЦ ЗАГОЛОВКА</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Сравнение">
    <p:spTree>
      <p:nvGrpSpPr>
        <p:cNvPr id="1" name=""/>
        <p:cNvGrpSpPr/>
        <p:nvPr/>
      </p:nvGrpSpPr>
      <p:grpSpPr bwMode="auto">
        <a:xfrm>
          <a:off x="0" y="0"/>
          <a:ext cx="0" cy="0"/>
          <a:chOff x="0" y="0"/>
          <a:chExt cx="0" cy="0"/>
        </a:xfrm>
      </p:grpSpPr>
      <p:sp>
        <p:nvSpPr>
          <p:cNvPr id="488740550" name="Текст 2"/>
          <p:cNvSpPr>
            <a:spLocks noGrp="1"/>
          </p:cNvSpPr>
          <p:nvPr>
            <p:ph type="body" idx="1"/>
          </p:nvPr>
        </p:nvSpPr>
        <p:spPr bwMode="auto">
          <a:xfrm>
            <a:off x="315386" y="1015427"/>
            <a:ext cx="5682193" cy="365125"/>
          </a:xfrm>
        </p:spPr>
        <p:txBody>
          <a:bodyPr anchor="b">
            <a:normAutofit/>
          </a:bodyPr>
          <a:lstStyle>
            <a:lvl1pPr marL="0" indent="0">
              <a:buNone/>
              <a:defRPr sz="1400" b="1"/>
            </a:lvl1pPr>
            <a:lvl2pPr marL="289378" indent="0">
              <a:buNone/>
              <a:defRPr sz="1250" b="1"/>
            </a:lvl2pPr>
            <a:lvl3pPr marL="578755" indent="0">
              <a:buNone/>
              <a:defRPr sz="1150" b="1"/>
            </a:lvl3pPr>
            <a:lvl4pPr marL="868132" indent="0">
              <a:buNone/>
              <a:defRPr sz="1000" b="1"/>
            </a:lvl4pPr>
            <a:lvl5pPr marL="1157510" indent="0">
              <a:buNone/>
              <a:defRPr sz="1000" b="1"/>
            </a:lvl5pPr>
            <a:lvl6pPr marL="1446887" indent="0">
              <a:buNone/>
              <a:defRPr sz="1000" b="1"/>
            </a:lvl6pPr>
            <a:lvl7pPr marL="1736266" indent="0">
              <a:buNone/>
              <a:defRPr sz="1000" b="1"/>
            </a:lvl7pPr>
            <a:lvl8pPr marL="2025644" indent="0">
              <a:buNone/>
              <a:defRPr sz="1000" b="1"/>
            </a:lvl8pPr>
            <a:lvl9pPr marL="2315021" indent="0">
              <a:buNone/>
              <a:defRPr sz="1000" b="1"/>
            </a:lvl9pPr>
          </a:lstStyle>
          <a:p>
            <a:pPr lvl="0">
              <a:defRPr/>
            </a:pPr>
            <a:r>
              <a:rPr lang="ru-RU"/>
              <a:t>Образец текста</a:t>
            </a:r>
            <a:endParaRPr/>
          </a:p>
        </p:txBody>
      </p:sp>
      <p:sp>
        <p:nvSpPr>
          <p:cNvPr id="158455425" name="Объект 3"/>
          <p:cNvSpPr>
            <a:spLocks noGrp="1"/>
          </p:cNvSpPr>
          <p:nvPr>
            <p:ph sz="half" idx="2"/>
          </p:nvPr>
        </p:nvSpPr>
        <p:spPr bwMode="auto">
          <a:xfrm>
            <a:off x="349334" y="1598615"/>
            <a:ext cx="5648250" cy="4602160"/>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p>
        </p:txBody>
      </p:sp>
      <p:sp>
        <p:nvSpPr>
          <p:cNvPr id="652118873" name="Текст 4"/>
          <p:cNvSpPr>
            <a:spLocks noGrp="1"/>
          </p:cNvSpPr>
          <p:nvPr>
            <p:ph type="body" sz="quarter" idx="3"/>
          </p:nvPr>
        </p:nvSpPr>
        <p:spPr bwMode="auto">
          <a:xfrm>
            <a:off x="6172205" y="1015427"/>
            <a:ext cx="5684841" cy="365125"/>
          </a:xfrm>
        </p:spPr>
        <p:txBody>
          <a:bodyPr anchor="b">
            <a:normAutofit/>
          </a:bodyPr>
          <a:lstStyle>
            <a:lvl1pPr marL="0" indent="0">
              <a:buNone/>
              <a:defRPr sz="1400" b="1"/>
            </a:lvl1pPr>
            <a:lvl2pPr marL="289378" indent="0">
              <a:buNone/>
              <a:defRPr sz="1250" b="1"/>
            </a:lvl2pPr>
            <a:lvl3pPr marL="578755" indent="0">
              <a:buNone/>
              <a:defRPr sz="1150" b="1"/>
            </a:lvl3pPr>
            <a:lvl4pPr marL="868132" indent="0">
              <a:buNone/>
              <a:defRPr sz="1000" b="1"/>
            </a:lvl4pPr>
            <a:lvl5pPr marL="1157510" indent="0">
              <a:buNone/>
              <a:defRPr sz="1000" b="1"/>
            </a:lvl5pPr>
            <a:lvl6pPr marL="1446887" indent="0">
              <a:buNone/>
              <a:defRPr sz="1000" b="1"/>
            </a:lvl6pPr>
            <a:lvl7pPr marL="1736266" indent="0">
              <a:buNone/>
              <a:defRPr sz="1000" b="1"/>
            </a:lvl7pPr>
            <a:lvl8pPr marL="2025644" indent="0">
              <a:buNone/>
              <a:defRPr sz="1000" b="1"/>
            </a:lvl8pPr>
            <a:lvl9pPr marL="2315021" indent="0">
              <a:buNone/>
              <a:defRPr sz="1000" b="1"/>
            </a:lvl9pPr>
          </a:lstStyle>
          <a:p>
            <a:pPr lvl="0">
              <a:defRPr/>
            </a:pPr>
            <a:r>
              <a:rPr lang="ru-RU"/>
              <a:t>Образец текста</a:t>
            </a:r>
            <a:endParaRPr/>
          </a:p>
        </p:txBody>
      </p:sp>
      <p:sp>
        <p:nvSpPr>
          <p:cNvPr id="787309787" name="Объект 5"/>
          <p:cNvSpPr>
            <a:spLocks noGrp="1"/>
          </p:cNvSpPr>
          <p:nvPr>
            <p:ph sz="quarter" idx="4"/>
          </p:nvPr>
        </p:nvSpPr>
        <p:spPr bwMode="auto">
          <a:xfrm>
            <a:off x="6172202" y="1598615"/>
            <a:ext cx="5670472" cy="4602160"/>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775146053" name="Дата 3"/>
          <p:cNvSpPr>
            <a:spLocks noGrp="1"/>
          </p:cNvSpPr>
          <p:nvPr>
            <p:ph type="dt" sz="half" idx="10"/>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0D568497-304A-497F-ADAE-97D3CF462C1C}" type="datetime1">
              <a:rPr lang="ru-RU"/>
              <a:t>29.09.2026</a:t>
            </a:fld>
            <a:endParaRPr lang="ru-RU"/>
          </a:p>
        </p:txBody>
      </p:sp>
      <p:sp>
        <p:nvSpPr>
          <p:cNvPr id="1531012824" name="Нижний колонтитул 4"/>
          <p:cNvSpPr>
            <a:spLocks noGrp="1"/>
          </p:cNvSpPr>
          <p:nvPr>
            <p:ph type="ftr" sz="quarter" idx="11"/>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713495504" name="Номер слайда 5"/>
          <p:cNvSpPr>
            <a:spLocks noGrp="1"/>
          </p:cNvSpPr>
          <p:nvPr>
            <p:ph type="sldNum" sz="quarter" idx="12"/>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
        <p:nvSpPr>
          <p:cNvPr id="658529388" name="Заголовок 1"/>
          <p:cNvSpPr>
            <a:spLocks noGrp="1"/>
          </p:cNvSpPr>
          <p:nvPr>
            <p:ph type="title"/>
          </p:nvPr>
        </p:nvSpPr>
        <p:spPr bwMode="auto">
          <a:xfrm>
            <a:off x="349334" y="421226"/>
            <a:ext cx="9862734" cy="376138"/>
          </a:xfrm>
          <a:prstGeom prst="rect">
            <a:avLst/>
          </a:prstGeom>
        </p:spPr>
        <p:txBody>
          <a:bodyPr vert="horz" lIns="91440" tIns="45720" rIns="91440" bIns="45720" rtlCol="0" anchor="b" anchorCtr="0">
            <a:noAutofit/>
          </a:bodyPr>
          <a:lstStyle/>
          <a:p>
            <a:pPr>
              <a:defRPr/>
            </a:pPr>
            <a:r>
              <a:rPr lang="ru-RU"/>
              <a:t>ОБРАЗЕЦ ЗАГОЛОВКА</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blank" preserve="1" userDrawn="1">
  <p:cSld name="Пустой слайд">
    <p:spTree>
      <p:nvGrpSpPr>
        <p:cNvPr id="1" name=""/>
        <p:cNvGrpSpPr/>
        <p:nvPr/>
      </p:nvGrpSpPr>
      <p:grpSpPr bwMode="auto">
        <a:xfrm>
          <a:off x="0" y="0"/>
          <a:ext cx="0" cy="0"/>
          <a:chOff x="0" y="0"/>
          <a:chExt cx="0" cy="0"/>
        </a:xfrm>
      </p:grpSpPr>
      <p:sp>
        <p:nvSpPr>
          <p:cNvPr id="1864803979" name="Дата 3"/>
          <p:cNvSpPr>
            <a:spLocks noGrp="1"/>
          </p:cNvSpPr>
          <p:nvPr>
            <p:ph type="dt" sz="half" idx="2"/>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92CB240C-04A3-49D4-83F9-87A9C6C414DC}" type="datetime1">
              <a:rPr lang="ru-RU"/>
              <a:t>29.09.2026</a:t>
            </a:fld>
            <a:endParaRPr lang="ru-RU"/>
          </a:p>
        </p:txBody>
      </p:sp>
      <p:sp>
        <p:nvSpPr>
          <p:cNvPr id="976159168"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88739005"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objTx" preserve="1" userDrawn="1">
  <p:cSld name="Объект с подписью">
    <p:spTree>
      <p:nvGrpSpPr>
        <p:cNvPr id="1" name=""/>
        <p:cNvGrpSpPr/>
        <p:nvPr/>
      </p:nvGrpSpPr>
      <p:grpSpPr bwMode="auto">
        <a:xfrm>
          <a:off x="0" y="0"/>
          <a:ext cx="0" cy="0"/>
          <a:chOff x="0" y="0"/>
          <a:chExt cx="0" cy="0"/>
        </a:xfrm>
      </p:grpSpPr>
      <p:sp>
        <p:nvSpPr>
          <p:cNvPr id="245937865" name="Заголовок 1"/>
          <p:cNvSpPr>
            <a:spLocks noGrp="1"/>
          </p:cNvSpPr>
          <p:nvPr>
            <p:ph type="title" hasCustomPrompt="1"/>
          </p:nvPr>
        </p:nvSpPr>
        <p:spPr bwMode="auto">
          <a:xfrm>
            <a:off x="334966" y="1015999"/>
            <a:ext cx="4437062" cy="1213417"/>
          </a:xfrm>
        </p:spPr>
        <p:txBody>
          <a:bodyPr anchor="b"/>
          <a:lstStyle>
            <a:lvl1pPr>
              <a:defRPr sz="2400"/>
            </a:lvl1pPr>
          </a:lstStyle>
          <a:p>
            <a:pPr>
              <a:defRPr/>
            </a:pPr>
            <a:r>
              <a:rPr lang="ru-RU"/>
              <a:t>ОБРАЗЕЦ ЗАГОЛОВКА</a:t>
            </a:r>
            <a:endParaRPr/>
          </a:p>
        </p:txBody>
      </p:sp>
      <p:sp>
        <p:nvSpPr>
          <p:cNvPr id="700607640" name="Объект 2"/>
          <p:cNvSpPr>
            <a:spLocks noGrp="1"/>
          </p:cNvSpPr>
          <p:nvPr>
            <p:ph idx="1"/>
          </p:nvPr>
        </p:nvSpPr>
        <p:spPr bwMode="auto">
          <a:xfrm>
            <a:off x="5183194" y="1015999"/>
            <a:ext cx="6673847" cy="5049521"/>
          </a:xfrm>
        </p:spPr>
        <p:txBody>
          <a:bodyPr>
            <a:normAutofit/>
          </a:bodyPr>
          <a:lstStyle>
            <a:lvl1pPr>
              <a:defRPr sz="1750"/>
            </a:lvl1pPr>
            <a:lvl2pPr>
              <a:defRPr sz="1500"/>
            </a:lvl2pPr>
            <a:lvl3pPr>
              <a:defRPr sz="1250"/>
            </a:lvl3pPr>
            <a:lvl4pPr>
              <a:defRPr sz="1150"/>
            </a:lvl4pPr>
            <a:lvl5pPr>
              <a:defRPr sz="1150"/>
            </a:lvl5pPr>
            <a:lvl6pPr>
              <a:defRPr sz="1250"/>
            </a:lvl6pPr>
            <a:lvl7pPr>
              <a:defRPr sz="1250"/>
            </a:lvl7pPr>
            <a:lvl8pPr>
              <a:defRPr sz="1250"/>
            </a:lvl8pPr>
            <a:lvl9pPr>
              <a:defRPr sz="1250"/>
            </a:lvl9p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1299861780" name="Текст 3"/>
          <p:cNvSpPr>
            <a:spLocks noGrp="1"/>
          </p:cNvSpPr>
          <p:nvPr>
            <p:ph type="body" sz="half" idx="2"/>
          </p:nvPr>
        </p:nvSpPr>
        <p:spPr bwMode="auto">
          <a:xfrm>
            <a:off x="334966" y="2428239"/>
            <a:ext cx="4437062" cy="3637281"/>
          </a:xfrm>
        </p:spPr>
        <p:txBody>
          <a:bodyPr>
            <a:normAutofit/>
          </a:bodyPr>
          <a:lstStyle>
            <a:lvl1pPr marL="0" indent="0">
              <a:buNone/>
              <a:defRPr sz="1400"/>
            </a:lvl1pPr>
            <a:lvl2pPr marL="289378" indent="0">
              <a:buNone/>
              <a:defRPr sz="900"/>
            </a:lvl2pPr>
            <a:lvl3pPr marL="578755" indent="0">
              <a:buNone/>
              <a:defRPr sz="750"/>
            </a:lvl3pPr>
            <a:lvl4pPr marL="868132" indent="0">
              <a:buNone/>
              <a:defRPr sz="650"/>
            </a:lvl4pPr>
            <a:lvl5pPr marL="1157510" indent="0">
              <a:buNone/>
              <a:defRPr sz="650"/>
            </a:lvl5pPr>
            <a:lvl6pPr marL="1446887" indent="0">
              <a:buNone/>
              <a:defRPr sz="650"/>
            </a:lvl6pPr>
            <a:lvl7pPr marL="1736266" indent="0">
              <a:buNone/>
              <a:defRPr sz="650"/>
            </a:lvl7pPr>
            <a:lvl8pPr marL="2025644" indent="0">
              <a:buNone/>
              <a:defRPr sz="650"/>
            </a:lvl8pPr>
            <a:lvl9pPr marL="2315021" indent="0">
              <a:buNone/>
              <a:defRPr sz="650"/>
            </a:lvl9pPr>
          </a:lstStyle>
          <a:p>
            <a:pPr lvl="0">
              <a:defRPr/>
            </a:pPr>
            <a:r>
              <a:rPr lang="ru-RU"/>
              <a:t>Образец текста</a:t>
            </a:r>
            <a:endParaRPr/>
          </a:p>
        </p:txBody>
      </p:sp>
      <p:sp>
        <p:nvSpPr>
          <p:cNvPr id="1592062240" name="Дата 3"/>
          <p:cNvSpPr>
            <a:spLocks noGrp="1"/>
          </p:cNvSpPr>
          <p:nvPr>
            <p:ph type="dt" sz="half" idx="10"/>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DE74468B-3512-454B-AB51-7AE95604D39E}" type="datetime1">
              <a:rPr lang="ru-RU"/>
              <a:t>29.09.2026</a:t>
            </a:fld>
            <a:endParaRPr lang="ru-RU"/>
          </a:p>
        </p:txBody>
      </p:sp>
      <p:sp>
        <p:nvSpPr>
          <p:cNvPr id="412213696"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124687549"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Рисунок с подписью">
    <p:spTree>
      <p:nvGrpSpPr>
        <p:cNvPr id="1" name=""/>
        <p:cNvGrpSpPr/>
        <p:nvPr/>
      </p:nvGrpSpPr>
      <p:grpSpPr bwMode="auto">
        <a:xfrm>
          <a:off x="0" y="0"/>
          <a:ext cx="0" cy="0"/>
          <a:chOff x="0" y="0"/>
          <a:chExt cx="0" cy="0"/>
        </a:xfrm>
      </p:grpSpPr>
      <p:sp>
        <p:nvSpPr>
          <p:cNvPr id="572624281" name="Дата 4"/>
          <p:cNvSpPr>
            <a:spLocks noGrp="1"/>
          </p:cNvSpPr>
          <p:nvPr>
            <p:ph type="dt" sz="half" idx="10"/>
          </p:nvPr>
        </p:nvSpPr>
        <p:spPr bwMode="auto"/>
        <p:txBody>
          <a:bodyPr/>
          <a:lstStyle/>
          <a:p>
            <a:pPr>
              <a:defRPr/>
            </a:pPr>
            <a:fld id="{ABAB2196-A440-4E25-B9FF-D0ADB01B1A15}" type="datetime1">
              <a:rPr lang="ru-RU"/>
              <a:t>29.09.2026</a:t>
            </a:fld>
            <a:endParaRPr lang="ru-RU"/>
          </a:p>
        </p:txBody>
      </p:sp>
      <p:sp>
        <p:nvSpPr>
          <p:cNvPr id="1992078608" name="Нижний колонтитул 5"/>
          <p:cNvSpPr>
            <a:spLocks noGrp="1"/>
          </p:cNvSpPr>
          <p:nvPr>
            <p:ph type="ftr" sz="quarter" idx="11"/>
          </p:nvPr>
        </p:nvSpPr>
        <p:spPr bwMode="auto"/>
        <p:txBody>
          <a:bodyPr/>
          <a:lstStyle/>
          <a:p>
            <a:pPr>
              <a:defRPr/>
            </a:pPr>
            <a:endParaRPr lang="ru-RU"/>
          </a:p>
        </p:txBody>
      </p:sp>
      <p:sp>
        <p:nvSpPr>
          <p:cNvPr id="1808483388" name="Заголовок 1"/>
          <p:cNvSpPr>
            <a:spLocks noGrp="1"/>
          </p:cNvSpPr>
          <p:nvPr>
            <p:ph type="ctrTitle" hasCustomPrompt="1"/>
          </p:nvPr>
        </p:nvSpPr>
        <p:spPr bwMode="auto">
          <a:xfrm>
            <a:off x="802640" y="3922529"/>
            <a:ext cx="5293359" cy="1654542"/>
          </a:xfrm>
        </p:spPr>
        <p:txBody>
          <a:bodyPr anchor="ctr" anchorCtr="0"/>
          <a:lstStyle>
            <a:lvl1pPr algn="l">
              <a:defRPr sz="2800">
                <a:solidFill>
                  <a:schemeClr val="bg1">
                    <a:lumMod val="95000"/>
                  </a:schemeClr>
                </a:solidFill>
              </a:defRPr>
            </a:lvl1pPr>
          </a:lstStyle>
          <a:p>
            <a:pPr>
              <a:defRPr/>
            </a:pPr>
            <a:r>
              <a:rPr lang="ru-RU"/>
              <a:t>ОБРАЗЕЦ ЗАГОЛОВКА</a:t>
            </a:r>
            <a:endParaRPr/>
          </a:p>
        </p:txBody>
      </p:sp>
      <p:sp>
        <p:nvSpPr>
          <p:cNvPr id="1859884803"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Содержание_1">
    <p:spTree>
      <p:nvGrpSpPr>
        <p:cNvPr id="1" name=""/>
        <p:cNvGrpSpPr/>
        <p:nvPr/>
      </p:nvGrpSpPr>
      <p:grpSpPr bwMode="auto">
        <a:xfrm>
          <a:off x="0" y="0"/>
          <a:ext cx="0" cy="0"/>
          <a:chOff x="0" y="0"/>
          <a:chExt cx="0" cy="0"/>
        </a:xfrm>
      </p:grpSpPr>
      <p:sp>
        <p:nvSpPr>
          <p:cNvPr id="1896356550" name="Дата 3"/>
          <p:cNvSpPr>
            <a:spLocks noGrp="1"/>
          </p:cNvSpPr>
          <p:nvPr>
            <p:ph type="dt" sz="half" idx="2"/>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C7BAE699-64F9-49EF-B784-2DEF2B221955}" type="datetime1">
              <a:rPr lang="ru-RU"/>
              <a:t>29.09.2026</a:t>
            </a:fld>
            <a:endParaRPr lang="ru-RU"/>
          </a:p>
        </p:txBody>
      </p:sp>
      <p:sp>
        <p:nvSpPr>
          <p:cNvPr id="1747369319"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1404864067"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
        <p:nvSpPr>
          <p:cNvPr id="1681468055" name="Текст 6"/>
          <p:cNvSpPr>
            <a:spLocks noGrp="1"/>
          </p:cNvSpPr>
          <p:nvPr>
            <p:ph type="body" sz="quarter" idx="37" hasCustomPrompt="1"/>
          </p:nvPr>
        </p:nvSpPr>
        <p:spPr bwMode="auto">
          <a:xfrm>
            <a:off x="1873541" y="1222713"/>
            <a:ext cx="3866856" cy="423628"/>
          </a:xfrm>
        </p:spPr>
        <p:txBody>
          <a:bodyPr>
            <a:noAutofit/>
          </a:bodyPr>
          <a:lstStyle>
            <a:lvl1pPr marL="0" indent="0">
              <a:buNone/>
              <a:defRPr sz="1600" b="1">
                <a:solidFill>
                  <a:schemeClr val="accent2"/>
                </a:solidFill>
              </a:defRPr>
            </a:lvl1pPr>
          </a:lstStyle>
          <a:p>
            <a:pPr lvl="0">
              <a:defRPr/>
            </a:pPr>
            <a:r>
              <a:rPr lang="ru-RU"/>
              <a:t>Заголовок</a:t>
            </a:r>
            <a:endParaRPr/>
          </a:p>
        </p:txBody>
      </p:sp>
      <p:sp>
        <p:nvSpPr>
          <p:cNvPr id="1554754176" name="Текст 9"/>
          <p:cNvSpPr>
            <a:spLocks noGrp="1"/>
          </p:cNvSpPr>
          <p:nvPr>
            <p:ph type="body" sz="quarter" idx="38" hasCustomPrompt="1"/>
          </p:nvPr>
        </p:nvSpPr>
        <p:spPr bwMode="auto">
          <a:xfrm>
            <a:off x="1873544" y="1790324"/>
            <a:ext cx="3866856" cy="672075"/>
          </a:xfrm>
        </p:spPr>
        <p:txBody>
          <a:bodyPr>
            <a:normAutofit/>
          </a:bodyPr>
          <a:lstStyle>
            <a:lvl2pPr>
              <a:defRPr sz="1400"/>
            </a:lvl2pPr>
          </a:lstStyle>
          <a:p>
            <a:pPr lvl="1">
              <a:defRPr/>
            </a:pPr>
            <a:r>
              <a:rPr lang="ru-RU"/>
              <a:t>Описание</a:t>
            </a:r>
            <a:endParaRPr/>
          </a:p>
        </p:txBody>
      </p:sp>
      <p:sp>
        <p:nvSpPr>
          <p:cNvPr id="939985031" name="Текст 6"/>
          <p:cNvSpPr>
            <a:spLocks noGrp="1"/>
          </p:cNvSpPr>
          <p:nvPr>
            <p:ph type="body" sz="quarter" idx="39" hasCustomPrompt="1"/>
          </p:nvPr>
        </p:nvSpPr>
        <p:spPr bwMode="auto">
          <a:xfrm>
            <a:off x="1854185" y="2826697"/>
            <a:ext cx="3866856" cy="403756"/>
          </a:xfrm>
        </p:spPr>
        <p:txBody>
          <a:bodyPr>
            <a:noAutofit/>
          </a:bodyPr>
          <a:lstStyle>
            <a:lvl1pPr marL="0" indent="0">
              <a:buNone/>
              <a:defRPr sz="1600" b="1">
                <a:solidFill>
                  <a:schemeClr val="accent2"/>
                </a:solidFill>
              </a:defRPr>
            </a:lvl1pPr>
          </a:lstStyle>
          <a:p>
            <a:pPr lvl="0">
              <a:defRPr/>
            </a:pPr>
            <a:r>
              <a:rPr lang="ru-RU"/>
              <a:t>Заголовок</a:t>
            </a:r>
            <a:endParaRPr/>
          </a:p>
        </p:txBody>
      </p:sp>
      <p:sp>
        <p:nvSpPr>
          <p:cNvPr id="486017960" name="Текст 9"/>
          <p:cNvSpPr>
            <a:spLocks noGrp="1"/>
          </p:cNvSpPr>
          <p:nvPr>
            <p:ph type="body" sz="quarter" idx="40" hasCustomPrompt="1"/>
          </p:nvPr>
        </p:nvSpPr>
        <p:spPr bwMode="auto">
          <a:xfrm>
            <a:off x="1854185" y="3374436"/>
            <a:ext cx="3866856" cy="672075"/>
          </a:xfrm>
        </p:spPr>
        <p:txBody>
          <a:bodyPr>
            <a:normAutofit/>
          </a:bodyPr>
          <a:lstStyle>
            <a:lvl2pPr>
              <a:defRPr sz="1400"/>
            </a:lvl2pPr>
          </a:lstStyle>
          <a:p>
            <a:pPr lvl="1">
              <a:defRPr/>
            </a:pPr>
            <a:r>
              <a:rPr lang="ru-RU"/>
              <a:t>Описание</a:t>
            </a:r>
            <a:endParaRPr/>
          </a:p>
        </p:txBody>
      </p:sp>
      <p:sp>
        <p:nvSpPr>
          <p:cNvPr id="214072956" name="Текст 6"/>
          <p:cNvSpPr>
            <a:spLocks noGrp="1"/>
          </p:cNvSpPr>
          <p:nvPr>
            <p:ph type="body" sz="quarter" idx="41" hasCustomPrompt="1"/>
          </p:nvPr>
        </p:nvSpPr>
        <p:spPr bwMode="auto">
          <a:xfrm>
            <a:off x="1854185" y="4410809"/>
            <a:ext cx="3866856" cy="403913"/>
          </a:xfrm>
        </p:spPr>
        <p:txBody>
          <a:bodyPr>
            <a:noAutofit/>
          </a:bodyPr>
          <a:lstStyle>
            <a:lvl1pPr marL="0" indent="0">
              <a:buNone/>
              <a:defRPr sz="1600" b="1">
                <a:solidFill>
                  <a:schemeClr val="accent2"/>
                </a:solidFill>
              </a:defRPr>
            </a:lvl1pPr>
          </a:lstStyle>
          <a:p>
            <a:pPr lvl="0">
              <a:defRPr/>
            </a:pPr>
            <a:r>
              <a:rPr lang="ru-RU"/>
              <a:t>Заголовок</a:t>
            </a:r>
            <a:endParaRPr/>
          </a:p>
        </p:txBody>
      </p:sp>
      <p:sp>
        <p:nvSpPr>
          <p:cNvPr id="1630901031" name="Текст 9"/>
          <p:cNvSpPr>
            <a:spLocks noGrp="1"/>
          </p:cNvSpPr>
          <p:nvPr>
            <p:ph type="body" sz="quarter" idx="42" hasCustomPrompt="1"/>
          </p:nvPr>
        </p:nvSpPr>
        <p:spPr bwMode="auto">
          <a:xfrm>
            <a:off x="1854185" y="4958548"/>
            <a:ext cx="3866856" cy="672075"/>
          </a:xfrm>
        </p:spPr>
        <p:txBody>
          <a:bodyPr>
            <a:normAutofit/>
          </a:bodyPr>
          <a:lstStyle>
            <a:lvl2pPr>
              <a:defRPr sz="1400"/>
            </a:lvl2pPr>
          </a:lstStyle>
          <a:p>
            <a:pPr lvl="1">
              <a:defRPr/>
            </a:pPr>
            <a:r>
              <a:rPr lang="ru-RU"/>
              <a:t>Описание</a:t>
            </a:r>
            <a:endParaRPr/>
          </a:p>
        </p:txBody>
      </p:sp>
      <p:sp>
        <p:nvSpPr>
          <p:cNvPr id="1130852845" name="Текст 6"/>
          <p:cNvSpPr>
            <a:spLocks noGrp="1"/>
          </p:cNvSpPr>
          <p:nvPr>
            <p:ph type="body" sz="quarter" idx="43" hasCustomPrompt="1"/>
          </p:nvPr>
        </p:nvSpPr>
        <p:spPr bwMode="auto">
          <a:xfrm>
            <a:off x="7546648" y="1222713"/>
            <a:ext cx="3866856" cy="423628"/>
          </a:xfrm>
        </p:spPr>
        <p:txBody>
          <a:bodyPr>
            <a:noAutofit/>
          </a:bodyPr>
          <a:lstStyle>
            <a:lvl1pPr marL="0" indent="0">
              <a:buNone/>
              <a:defRPr sz="1600" b="1">
                <a:solidFill>
                  <a:schemeClr val="accent2"/>
                </a:solidFill>
              </a:defRPr>
            </a:lvl1pPr>
          </a:lstStyle>
          <a:p>
            <a:pPr lvl="0">
              <a:defRPr/>
            </a:pPr>
            <a:r>
              <a:rPr lang="ru-RU"/>
              <a:t>Заголовок</a:t>
            </a:r>
            <a:endParaRPr/>
          </a:p>
        </p:txBody>
      </p:sp>
      <p:sp>
        <p:nvSpPr>
          <p:cNvPr id="1392155757" name="Текст 9"/>
          <p:cNvSpPr>
            <a:spLocks noGrp="1"/>
          </p:cNvSpPr>
          <p:nvPr>
            <p:ph type="body" sz="quarter" idx="44" hasCustomPrompt="1"/>
          </p:nvPr>
        </p:nvSpPr>
        <p:spPr bwMode="auto">
          <a:xfrm>
            <a:off x="7546651" y="1790324"/>
            <a:ext cx="3866856" cy="672075"/>
          </a:xfrm>
        </p:spPr>
        <p:txBody>
          <a:bodyPr>
            <a:normAutofit/>
          </a:bodyPr>
          <a:lstStyle>
            <a:lvl2pPr>
              <a:defRPr sz="1400"/>
            </a:lvl2pPr>
          </a:lstStyle>
          <a:p>
            <a:pPr lvl="1">
              <a:defRPr/>
            </a:pPr>
            <a:r>
              <a:rPr lang="ru-RU"/>
              <a:t>Описание</a:t>
            </a:r>
            <a:endParaRPr/>
          </a:p>
        </p:txBody>
      </p:sp>
      <p:sp>
        <p:nvSpPr>
          <p:cNvPr id="165534738" name="Текст 6"/>
          <p:cNvSpPr>
            <a:spLocks noGrp="1"/>
          </p:cNvSpPr>
          <p:nvPr>
            <p:ph type="body" sz="quarter" idx="45" hasCustomPrompt="1"/>
          </p:nvPr>
        </p:nvSpPr>
        <p:spPr bwMode="auto">
          <a:xfrm>
            <a:off x="7527292" y="2826697"/>
            <a:ext cx="3866856" cy="403756"/>
          </a:xfrm>
        </p:spPr>
        <p:txBody>
          <a:bodyPr>
            <a:noAutofit/>
          </a:bodyPr>
          <a:lstStyle>
            <a:lvl1pPr marL="0" indent="0">
              <a:buNone/>
              <a:defRPr sz="1600" b="1">
                <a:solidFill>
                  <a:schemeClr val="accent2"/>
                </a:solidFill>
              </a:defRPr>
            </a:lvl1pPr>
          </a:lstStyle>
          <a:p>
            <a:pPr lvl="0">
              <a:defRPr/>
            </a:pPr>
            <a:r>
              <a:rPr lang="ru-RU"/>
              <a:t>Заголовок</a:t>
            </a:r>
            <a:endParaRPr/>
          </a:p>
        </p:txBody>
      </p:sp>
      <p:sp>
        <p:nvSpPr>
          <p:cNvPr id="1703892323" name="Текст 9"/>
          <p:cNvSpPr>
            <a:spLocks noGrp="1"/>
          </p:cNvSpPr>
          <p:nvPr>
            <p:ph type="body" sz="quarter" idx="46" hasCustomPrompt="1"/>
          </p:nvPr>
        </p:nvSpPr>
        <p:spPr bwMode="auto">
          <a:xfrm>
            <a:off x="7527292" y="3374436"/>
            <a:ext cx="3866856" cy="672075"/>
          </a:xfrm>
        </p:spPr>
        <p:txBody>
          <a:bodyPr>
            <a:normAutofit/>
          </a:bodyPr>
          <a:lstStyle>
            <a:lvl2pPr>
              <a:defRPr sz="1400"/>
            </a:lvl2pPr>
          </a:lstStyle>
          <a:p>
            <a:pPr lvl="1">
              <a:defRPr/>
            </a:pPr>
            <a:r>
              <a:rPr lang="ru-RU"/>
              <a:t>Описание</a:t>
            </a:r>
            <a:endParaRPr/>
          </a:p>
        </p:txBody>
      </p:sp>
      <p:sp>
        <p:nvSpPr>
          <p:cNvPr id="1995175756" name="Текст 6"/>
          <p:cNvSpPr>
            <a:spLocks noGrp="1"/>
          </p:cNvSpPr>
          <p:nvPr>
            <p:ph type="body" sz="quarter" idx="47" hasCustomPrompt="1"/>
          </p:nvPr>
        </p:nvSpPr>
        <p:spPr bwMode="auto">
          <a:xfrm>
            <a:off x="7527292" y="4410809"/>
            <a:ext cx="3866856" cy="403913"/>
          </a:xfrm>
        </p:spPr>
        <p:txBody>
          <a:bodyPr>
            <a:noAutofit/>
          </a:bodyPr>
          <a:lstStyle>
            <a:lvl1pPr marL="0" indent="0">
              <a:buNone/>
              <a:defRPr sz="1600" b="1">
                <a:solidFill>
                  <a:schemeClr val="accent2"/>
                </a:solidFill>
              </a:defRPr>
            </a:lvl1pPr>
          </a:lstStyle>
          <a:p>
            <a:pPr lvl="0">
              <a:defRPr/>
            </a:pPr>
            <a:r>
              <a:rPr lang="ru-RU"/>
              <a:t>Заголовок</a:t>
            </a:r>
            <a:endParaRPr/>
          </a:p>
        </p:txBody>
      </p:sp>
      <p:sp>
        <p:nvSpPr>
          <p:cNvPr id="1581507475" name="Текст 9"/>
          <p:cNvSpPr>
            <a:spLocks noGrp="1"/>
          </p:cNvSpPr>
          <p:nvPr>
            <p:ph type="body" sz="quarter" idx="48" hasCustomPrompt="1"/>
          </p:nvPr>
        </p:nvSpPr>
        <p:spPr bwMode="auto">
          <a:xfrm>
            <a:off x="7527292" y="4958548"/>
            <a:ext cx="3866856" cy="672075"/>
          </a:xfrm>
        </p:spPr>
        <p:txBody>
          <a:bodyPr>
            <a:normAutofit/>
          </a:bodyPr>
          <a:lstStyle>
            <a:lvl2pPr>
              <a:defRPr sz="1400"/>
            </a:lvl2pPr>
          </a:lstStyle>
          <a:p>
            <a:pPr lvl="1">
              <a:defRPr/>
            </a:pPr>
            <a:r>
              <a:rPr lang="ru-RU"/>
              <a:t>Описание</a:t>
            </a:r>
            <a:endParaRPr/>
          </a:p>
        </p:txBody>
      </p:sp>
      <p:sp>
        <p:nvSpPr>
          <p:cNvPr id="618063774" name="Заголовок 1"/>
          <p:cNvSpPr>
            <a:spLocks noGrp="1"/>
          </p:cNvSpPr>
          <p:nvPr>
            <p:ph type="title"/>
          </p:nvPr>
        </p:nvSpPr>
        <p:spPr bwMode="auto">
          <a:xfrm>
            <a:off x="346075" y="421226"/>
            <a:ext cx="9862734" cy="376138"/>
          </a:xfrm>
          <a:prstGeom prst="rect">
            <a:avLst/>
          </a:prstGeom>
        </p:spPr>
        <p:txBody>
          <a:bodyPr vert="horz" lIns="91440" tIns="45720" rIns="91440" bIns="45720" rtlCol="0" anchor="b" anchorCtr="0">
            <a:noAutofit/>
          </a:bodyPr>
          <a:lstStyle/>
          <a:p>
            <a:pPr>
              <a:defRPr/>
            </a:pPr>
            <a:r>
              <a:rPr lang="ru-RU"/>
              <a:t>ОБРАЗЕЦ ЗАГОЛОВКА</a:t>
            </a:r>
            <a:endParaRPr/>
          </a:p>
        </p:txBody>
      </p:sp>
      <p:sp>
        <p:nvSpPr>
          <p:cNvPr id="869641647" name="Текст 6"/>
          <p:cNvSpPr>
            <a:spLocks noGrp="1"/>
          </p:cNvSpPr>
          <p:nvPr>
            <p:ph type="body" sz="quarter" idx="49" hasCustomPrompt="1"/>
          </p:nvPr>
        </p:nvSpPr>
        <p:spPr bwMode="auto">
          <a:xfrm>
            <a:off x="778492" y="1187988"/>
            <a:ext cx="771003" cy="423628"/>
          </a:xfrm>
        </p:spPr>
        <p:txBody>
          <a:bodyPr>
            <a:noAutofit/>
          </a:bodyPr>
          <a:lstStyle>
            <a:lvl1pPr marL="0" indent="0">
              <a:buNone/>
              <a:defRPr sz="2800" b="0">
                <a:solidFill>
                  <a:schemeClr val="accent2"/>
                </a:solidFill>
              </a:defRPr>
            </a:lvl1pPr>
          </a:lstStyle>
          <a:p>
            <a:pPr lvl="0">
              <a:defRPr/>
            </a:pPr>
            <a:r>
              <a:rPr lang="ru-RU"/>
              <a:t>01</a:t>
            </a:r>
            <a:endParaRPr/>
          </a:p>
        </p:txBody>
      </p:sp>
      <p:sp>
        <p:nvSpPr>
          <p:cNvPr id="1459506450" name="Текст 6"/>
          <p:cNvSpPr>
            <a:spLocks noGrp="1"/>
          </p:cNvSpPr>
          <p:nvPr>
            <p:ph type="body" sz="quarter" idx="50" hasCustomPrompt="1"/>
          </p:nvPr>
        </p:nvSpPr>
        <p:spPr bwMode="auto">
          <a:xfrm>
            <a:off x="759137" y="2791972"/>
            <a:ext cx="771003" cy="403756"/>
          </a:xfrm>
        </p:spPr>
        <p:txBody>
          <a:bodyPr>
            <a:noAutofit/>
          </a:bodyPr>
          <a:lstStyle>
            <a:lvl1pPr marL="0" indent="0">
              <a:buNone/>
              <a:defRPr sz="2800" b="0">
                <a:solidFill>
                  <a:schemeClr val="accent2"/>
                </a:solidFill>
              </a:defRPr>
            </a:lvl1pPr>
          </a:lstStyle>
          <a:p>
            <a:pPr lvl="0">
              <a:defRPr/>
            </a:pPr>
            <a:r>
              <a:rPr lang="ru-RU"/>
              <a:t>02</a:t>
            </a:r>
            <a:endParaRPr/>
          </a:p>
        </p:txBody>
      </p:sp>
      <p:sp>
        <p:nvSpPr>
          <p:cNvPr id="495564421" name="Текст 6"/>
          <p:cNvSpPr>
            <a:spLocks noGrp="1"/>
          </p:cNvSpPr>
          <p:nvPr>
            <p:ph type="body" sz="quarter" idx="51" hasCustomPrompt="1"/>
          </p:nvPr>
        </p:nvSpPr>
        <p:spPr bwMode="auto">
          <a:xfrm>
            <a:off x="759137" y="4376084"/>
            <a:ext cx="771003" cy="403913"/>
          </a:xfrm>
        </p:spPr>
        <p:txBody>
          <a:bodyPr>
            <a:noAutofit/>
          </a:bodyPr>
          <a:lstStyle>
            <a:lvl1pPr marL="0" indent="0">
              <a:buNone/>
              <a:defRPr sz="2800" b="0">
                <a:solidFill>
                  <a:schemeClr val="accent2"/>
                </a:solidFill>
              </a:defRPr>
            </a:lvl1pPr>
          </a:lstStyle>
          <a:p>
            <a:pPr lvl="0">
              <a:defRPr/>
            </a:pPr>
            <a:r>
              <a:rPr lang="ru-RU"/>
              <a:t>03</a:t>
            </a:r>
            <a:endParaRPr/>
          </a:p>
        </p:txBody>
      </p:sp>
      <p:sp>
        <p:nvSpPr>
          <p:cNvPr id="1921791781" name="Текст 6"/>
          <p:cNvSpPr>
            <a:spLocks noGrp="1"/>
          </p:cNvSpPr>
          <p:nvPr>
            <p:ph type="body" sz="quarter" idx="52" hasCustomPrompt="1"/>
          </p:nvPr>
        </p:nvSpPr>
        <p:spPr bwMode="auto">
          <a:xfrm>
            <a:off x="6451600" y="1187988"/>
            <a:ext cx="771003" cy="423628"/>
          </a:xfrm>
        </p:spPr>
        <p:txBody>
          <a:bodyPr>
            <a:noAutofit/>
          </a:bodyPr>
          <a:lstStyle>
            <a:lvl1pPr marL="0" indent="0">
              <a:buNone/>
              <a:defRPr sz="2800" b="0">
                <a:solidFill>
                  <a:schemeClr val="accent2"/>
                </a:solidFill>
              </a:defRPr>
            </a:lvl1pPr>
          </a:lstStyle>
          <a:p>
            <a:pPr lvl="0">
              <a:defRPr/>
            </a:pPr>
            <a:r>
              <a:rPr lang="ru-RU"/>
              <a:t>04</a:t>
            </a:r>
            <a:endParaRPr/>
          </a:p>
        </p:txBody>
      </p:sp>
      <p:sp>
        <p:nvSpPr>
          <p:cNvPr id="424578237" name="Текст 6"/>
          <p:cNvSpPr>
            <a:spLocks noGrp="1"/>
          </p:cNvSpPr>
          <p:nvPr>
            <p:ph type="body" sz="quarter" idx="53" hasCustomPrompt="1"/>
          </p:nvPr>
        </p:nvSpPr>
        <p:spPr bwMode="auto">
          <a:xfrm>
            <a:off x="6432244" y="2791972"/>
            <a:ext cx="771003" cy="403756"/>
          </a:xfrm>
        </p:spPr>
        <p:txBody>
          <a:bodyPr>
            <a:noAutofit/>
          </a:bodyPr>
          <a:lstStyle>
            <a:lvl1pPr marL="0" indent="0">
              <a:buNone/>
              <a:defRPr sz="2800" b="0">
                <a:solidFill>
                  <a:schemeClr val="accent2"/>
                </a:solidFill>
              </a:defRPr>
            </a:lvl1pPr>
          </a:lstStyle>
          <a:p>
            <a:pPr lvl="0">
              <a:defRPr/>
            </a:pPr>
            <a:r>
              <a:rPr lang="ru-RU"/>
              <a:t>05</a:t>
            </a:r>
            <a:endParaRPr/>
          </a:p>
        </p:txBody>
      </p:sp>
      <p:sp>
        <p:nvSpPr>
          <p:cNvPr id="2074072950" name="Текст 6"/>
          <p:cNvSpPr>
            <a:spLocks noGrp="1"/>
          </p:cNvSpPr>
          <p:nvPr>
            <p:ph type="body" sz="quarter" idx="54" hasCustomPrompt="1"/>
          </p:nvPr>
        </p:nvSpPr>
        <p:spPr bwMode="auto">
          <a:xfrm>
            <a:off x="6432244" y="4376084"/>
            <a:ext cx="771003" cy="403913"/>
          </a:xfrm>
        </p:spPr>
        <p:txBody>
          <a:bodyPr>
            <a:noAutofit/>
          </a:bodyPr>
          <a:lstStyle>
            <a:lvl1pPr marL="0" indent="0">
              <a:buNone/>
              <a:defRPr sz="2800" b="0">
                <a:solidFill>
                  <a:schemeClr val="accent2"/>
                </a:solidFill>
              </a:defRPr>
            </a:lvl1pPr>
          </a:lstStyle>
          <a:p>
            <a:pPr lvl="0">
              <a:defRPr/>
            </a:pPr>
            <a:r>
              <a:rPr lang="ru-RU"/>
              <a:t>06</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Фотографии">
    <p:spTree>
      <p:nvGrpSpPr>
        <p:cNvPr id="1" name=""/>
        <p:cNvGrpSpPr/>
        <p:nvPr/>
      </p:nvGrpSpPr>
      <p:grpSpPr bwMode="auto">
        <a:xfrm>
          <a:off x="0" y="0"/>
          <a:ext cx="0" cy="0"/>
          <a:chOff x="0" y="0"/>
          <a:chExt cx="0" cy="0"/>
        </a:xfrm>
      </p:grpSpPr>
      <p:sp>
        <p:nvSpPr>
          <p:cNvPr id="135527536" name="Дата 3"/>
          <p:cNvSpPr>
            <a:spLocks noGrp="1"/>
          </p:cNvSpPr>
          <p:nvPr>
            <p:ph type="dt" sz="half" idx="2"/>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CAFA80CC-940E-479C-90C0-76DA923785E9}" type="datetime1">
              <a:rPr lang="ru-RU"/>
              <a:t>29.09.2026</a:t>
            </a:fld>
            <a:endParaRPr lang="ru-RU"/>
          </a:p>
        </p:txBody>
      </p:sp>
      <p:sp>
        <p:nvSpPr>
          <p:cNvPr id="1020838495"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1966321036"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
        <p:nvSpPr>
          <p:cNvPr id="273283412" name="Заголовок 1"/>
          <p:cNvSpPr>
            <a:spLocks noGrp="1"/>
          </p:cNvSpPr>
          <p:nvPr>
            <p:ph type="title"/>
          </p:nvPr>
        </p:nvSpPr>
        <p:spPr bwMode="auto">
          <a:xfrm>
            <a:off x="372682" y="421226"/>
            <a:ext cx="9862734" cy="376138"/>
          </a:xfrm>
          <a:prstGeom prst="rect">
            <a:avLst/>
          </a:prstGeom>
        </p:spPr>
        <p:txBody>
          <a:bodyPr vert="horz" lIns="91440" tIns="45720" rIns="91440" bIns="45720" rtlCol="0" anchor="b" anchorCtr="0">
            <a:noAutofit/>
          </a:bodyPr>
          <a:lstStyle/>
          <a:p>
            <a:pPr>
              <a:defRPr/>
            </a:pPr>
            <a:r>
              <a:rPr lang="ru-RU"/>
              <a:t>ОБРАЗЕЦ ЗАГОЛОВКА</a:t>
            </a:r>
            <a:endParaRPr/>
          </a:p>
        </p:txBody>
      </p:sp>
      <p:sp>
        <p:nvSpPr>
          <p:cNvPr id="2039939926" name="Рисунок 7"/>
          <p:cNvSpPr>
            <a:spLocks noGrp="1"/>
          </p:cNvSpPr>
          <p:nvPr>
            <p:ph type="pic" sz="quarter" idx="10"/>
          </p:nvPr>
        </p:nvSpPr>
        <p:spPr bwMode="auto">
          <a:xfrm>
            <a:off x="7440147" y="1016001"/>
            <a:ext cx="4405777" cy="3078479"/>
          </a:xfrm>
        </p:spPr>
        <p:txBody>
          <a:bodyPr/>
          <a:lstStyle/>
          <a:p>
            <a:pPr>
              <a:defRPr/>
            </a:pPr>
            <a:endParaRPr lang="ru-RU"/>
          </a:p>
        </p:txBody>
      </p:sp>
      <p:sp>
        <p:nvSpPr>
          <p:cNvPr id="606294600" name="Рисунок 9"/>
          <p:cNvSpPr>
            <a:spLocks noGrp="1"/>
          </p:cNvSpPr>
          <p:nvPr>
            <p:ph type="pic" sz="quarter" idx="11"/>
          </p:nvPr>
        </p:nvSpPr>
        <p:spPr bwMode="auto">
          <a:xfrm>
            <a:off x="7440149" y="4389108"/>
            <a:ext cx="4405775" cy="1811668"/>
          </a:xfrm>
        </p:spPr>
        <p:txBody>
          <a:bodyPr/>
          <a:lstStyle/>
          <a:p>
            <a:pPr>
              <a:defRPr/>
            </a:pPr>
            <a:endParaRPr lang="ru-RU"/>
          </a:p>
        </p:txBody>
      </p:sp>
      <p:sp>
        <p:nvSpPr>
          <p:cNvPr id="1977838306" name="Рисунок 11"/>
          <p:cNvSpPr>
            <a:spLocks noGrp="1"/>
          </p:cNvSpPr>
          <p:nvPr>
            <p:ph type="pic" sz="quarter" idx="12"/>
          </p:nvPr>
        </p:nvSpPr>
        <p:spPr bwMode="auto">
          <a:xfrm>
            <a:off x="346075" y="3223948"/>
            <a:ext cx="6806142" cy="2976827"/>
          </a:xfrm>
        </p:spPr>
        <p:txBody>
          <a:bodyPr/>
          <a:lstStyle/>
          <a:p>
            <a:pPr>
              <a:defRPr/>
            </a:pPr>
            <a:endParaRPr lang="ru-RU"/>
          </a:p>
        </p:txBody>
      </p:sp>
      <p:sp>
        <p:nvSpPr>
          <p:cNvPr id="788900121" name="Текст 15"/>
          <p:cNvSpPr>
            <a:spLocks noGrp="1"/>
          </p:cNvSpPr>
          <p:nvPr>
            <p:ph type="body" sz="quarter" idx="14"/>
          </p:nvPr>
        </p:nvSpPr>
        <p:spPr bwMode="auto">
          <a:xfrm>
            <a:off x="346075" y="1016001"/>
            <a:ext cx="6806142" cy="2029882"/>
          </a:xfrm>
        </p:spPr>
        <p:txBody>
          <a:bodyPr>
            <a:normAutofit/>
          </a:bodyPr>
          <a:lstStyle>
            <a:lvl1pPr>
              <a:defRPr sz="1400"/>
            </a:lvl1pPr>
          </a:lstStyle>
          <a:p>
            <a:pPr lvl="0">
              <a:defRPr/>
            </a:pPr>
            <a:r>
              <a:rPr lang="ru-RU"/>
              <a:t>Образец текста</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Пункты">
    <p:spTree>
      <p:nvGrpSpPr>
        <p:cNvPr id="1" name=""/>
        <p:cNvGrpSpPr/>
        <p:nvPr/>
      </p:nvGrpSpPr>
      <p:grpSpPr bwMode="auto">
        <a:xfrm>
          <a:off x="0" y="0"/>
          <a:ext cx="0" cy="0"/>
          <a:chOff x="0" y="0"/>
          <a:chExt cx="0" cy="0"/>
        </a:xfrm>
      </p:grpSpPr>
      <p:sp>
        <p:nvSpPr>
          <p:cNvPr id="484820550" name="Дата 3"/>
          <p:cNvSpPr>
            <a:spLocks noGrp="1"/>
          </p:cNvSpPr>
          <p:nvPr>
            <p:ph type="dt" sz="half" idx="2"/>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82A4DA7B-A7D8-4443-AD1C-4C7CDC678488}" type="datetime1">
              <a:rPr lang="ru-RU"/>
              <a:t>29.09.2026</a:t>
            </a:fld>
            <a:endParaRPr lang="ru-RU"/>
          </a:p>
        </p:txBody>
      </p:sp>
      <p:sp>
        <p:nvSpPr>
          <p:cNvPr id="516793552"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1510658489" name="Заголовок 1"/>
          <p:cNvSpPr>
            <a:spLocks noGrp="1"/>
          </p:cNvSpPr>
          <p:nvPr>
            <p:ph type="title"/>
          </p:nvPr>
        </p:nvSpPr>
        <p:spPr bwMode="auto">
          <a:xfrm>
            <a:off x="361107" y="421226"/>
            <a:ext cx="9862734" cy="376138"/>
          </a:xfrm>
          <a:prstGeom prst="rect">
            <a:avLst/>
          </a:prstGeom>
        </p:spPr>
        <p:txBody>
          <a:bodyPr vert="horz" lIns="91440" tIns="45720" rIns="91440" bIns="45720" rtlCol="0" anchor="b" anchorCtr="0">
            <a:noAutofit/>
          </a:bodyPr>
          <a:lstStyle/>
          <a:p>
            <a:pPr>
              <a:defRPr/>
            </a:pPr>
            <a:r>
              <a:rPr lang="ru-RU"/>
              <a:t>ОБРАЗЕЦ ЗАГОЛОВКА</a:t>
            </a:r>
            <a:endParaRPr/>
          </a:p>
        </p:txBody>
      </p:sp>
      <p:sp>
        <p:nvSpPr>
          <p:cNvPr id="1305611757" name="Текст 101"/>
          <p:cNvSpPr>
            <a:spLocks noGrp="1"/>
          </p:cNvSpPr>
          <p:nvPr>
            <p:ph type="body" sz="quarter" idx="14" hasCustomPrompt="1"/>
          </p:nvPr>
        </p:nvSpPr>
        <p:spPr bwMode="auto">
          <a:xfrm>
            <a:off x="1994303" y="2973742"/>
            <a:ext cx="2190810" cy="910516"/>
          </a:xfrm>
        </p:spPr>
        <p:txBody>
          <a:bodyPr/>
          <a:lstStyle>
            <a:lvl1pPr marL="0" indent="0" algn="ctr">
              <a:buNone/>
              <a:defRPr lang="ru-RU"/>
            </a:lvl1pPr>
          </a:lstStyle>
          <a:p>
            <a:pPr lvl="0">
              <a:defRPr/>
            </a:pPr>
            <a:r>
              <a:rPr lang="ru-RU"/>
              <a:t>Текст</a:t>
            </a:r>
            <a:endParaRPr/>
          </a:p>
        </p:txBody>
      </p:sp>
      <p:sp>
        <p:nvSpPr>
          <p:cNvPr id="592020187" name="Текст 74"/>
          <p:cNvSpPr>
            <a:spLocks noGrp="1"/>
          </p:cNvSpPr>
          <p:nvPr>
            <p:ph type="body" sz="quarter" idx="15"/>
          </p:nvPr>
        </p:nvSpPr>
        <p:spPr bwMode="auto">
          <a:xfrm>
            <a:off x="6662923" y="1588128"/>
            <a:ext cx="4902200" cy="712587"/>
          </a:xfrm>
        </p:spPr>
        <p:txBody>
          <a:bodyPr/>
          <a:lstStyle>
            <a:lvl1pPr marL="0" indent="0">
              <a:buNone/>
              <a:defRPr/>
            </a:lvl1pPr>
          </a:lstStyle>
          <a:p>
            <a:pPr lvl="0">
              <a:defRPr/>
            </a:pPr>
            <a:r>
              <a:rPr lang="ru-RU"/>
              <a:t>Образец текста</a:t>
            </a:r>
            <a:endParaRPr/>
          </a:p>
        </p:txBody>
      </p:sp>
      <p:sp>
        <p:nvSpPr>
          <p:cNvPr id="1023539634" name="Текст 74"/>
          <p:cNvSpPr>
            <a:spLocks noGrp="1"/>
          </p:cNvSpPr>
          <p:nvPr>
            <p:ph type="body" sz="quarter" idx="16"/>
          </p:nvPr>
        </p:nvSpPr>
        <p:spPr bwMode="auto">
          <a:xfrm>
            <a:off x="6662923" y="2445138"/>
            <a:ext cx="4902200" cy="712587"/>
          </a:xfrm>
        </p:spPr>
        <p:txBody>
          <a:bodyPr/>
          <a:lstStyle>
            <a:lvl1pPr marL="0" indent="0">
              <a:buNone/>
              <a:defRPr/>
            </a:lvl1pPr>
          </a:lstStyle>
          <a:p>
            <a:pPr lvl="0">
              <a:defRPr/>
            </a:pPr>
            <a:r>
              <a:rPr lang="ru-RU"/>
              <a:t>Образец текста</a:t>
            </a:r>
            <a:endParaRPr/>
          </a:p>
        </p:txBody>
      </p:sp>
      <p:sp>
        <p:nvSpPr>
          <p:cNvPr id="656604469" name="Текст 74"/>
          <p:cNvSpPr>
            <a:spLocks noGrp="1"/>
          </p:cNvSpPr>
          <p:nvPr>
            <p:ph type="body" sz="quarter" idx="17"/>
          </p:nvPr>
        </p:nvSpPr>
        <p:spPr bwMode="auto">
          <a:xfrm>
            <a:off x="6662923" y="3302147"/>
            <a:ext cx="4902200" cy="712587"/>
          </a:xfrm>
        </p:spPr>
        <p:txBody>
          <a:bodyPr/>
          <a:lstStyle>
            <a:lvl1pPr marL="0" indent="0">
              <a:buNone/>
              <a:defRPr/>
            </a:lvl1pPr>
          </a:lstStyle>
          <a:p>
            <a:pPr lvl="0">
              <a:defRPr/>
            </a:pPr>
            <a:r>
              <a:rPr lang="ru-RU"/>
              <a:t>Образец текста</a:t>
            </a:r>
            <a:endParaRPr/>
          </a:p>
        </p:txBody>
      </p:sp>
      <p:sp>
        <p:nvSpPr>
          <p:cNvPr id="105704239" name="Текст 74"/>
          <p:cNvSpPr>
            <a:spLocks noGrp="1"/>
          </p:cNvSpPr>
          <p:nvPr>
            <p:ph type="body" sz="quarter" idx="18"/>
          </p:nvPr>
        </p:nvSpPr>
        <p:spPr bwMode="auto">
          <a:xfrm>
            <a:off x="6662923" y="4159156"/>
            <a:ext cx="4902200" cy="712587"/>
          </a:xfrm>
        </p:spPr>
        <p:txBody>
          <a:bodyPr/>
          <a:lstStyle>
            <a:lvl1pPr marL="0" indent="0">
              <a:buNone/>
              <a:defRPr/>
            </a:lvl1pPr>
          </a:lstStyle>
          <a:p>
            <a:pPr lvl="0">
              <a:defRPr/>
            </a:pPr>
            <a:r>
              <a:rPr lang="ru-RU"/>
              <a:t>Образец текста</a:t>
            </a:r>
            <a:endParaRPr/>
          </a:p>
        </p:txBody>
      </p:sp>
      <p:sp>
        <p:nvSpPr>
          <p:cNvPr id="9136764" name="Текст 74"/>
          <p:cNvSpPr>
            <a:spLocks noGrp="1"/>
          </p:cNvSpPr>
          <p:nvPr>
            <p:ph type="body" sz="quarter" idx="19"/>
          </p:nvPr>
        </p:nvSpPr>
        <p:spPr bwMode="auto">
          <a:xfrm>
            <a:off x="6662923" y="5016166"/>
            <a:ext cx="4902200" cy="712587"/>
          </a:xfrm>
        </p:spPr>
        <p:txBody>
          <a:bodyPr/>
          <a:lstStyle>
            <a:lvl1pPr marL="0" indent="0">
              <a:buNone/>
              <a:defRPr/>
            </a:lvl1pPr>
          </a:lstStyle>
          <a:p>
            <a:pPr lvl="0">
              <a:defRPr/>
            </a:pPr>
            <a:r>
              <a:rPr lang="ru-RU"/>
              <a:t>Образец текста</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Статистика">
    <p:spTree>
      <p:nvGrpSpPr>
        <p:cNvPr id="1" name=""/>
        <p:cNvGrpSpPr/>
        <p:nvPr/>
      </p:nvGrpSpPr>
      <p:grpSpPr bwMode="auto">
        <a:xfrm>
          <a:off x="0" y="0"/>
          <a:ext cx="0" cy="0"/>
          <a:chOff x="0" y="0"/>
          <a:chExt cx="0" cy="0"/>
        </a:xfrm>
      </p:grpSpPr>
      <p:sp>
        <p:nvSpPr>
          <p:cNvPr id="1355529514" name="Дата 3"/>
          <p:cNvSpPr>
            <a:spLocks noGrp="1"/>
          </p:cNvSpPr>
          <p:nvPr>
            <p:ph type="dt" sz="half" idx="2"/>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44E505DF-C567-47F2-9374-60838F800101}" type="datetime1">
              <a:rPr lang="ru-RU"/>
              <a:t>29.09.2026</a:t>
            </a:fld>
            <a:endParaRPr lang="ru-RU"/>
          </a:p>
        </p:txBody>
      </p:sp>
      <p:sp>
        <p:nvSpPr>
          <p:cNvPr id="552320080"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920813145"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
        <p:nvSpPr>
          <p:cNvPr id="237312040" name="Заголовок 1"/>
          <p:cNvSpPr>
            <a:spLocks noGrp="1"/>
          </p:cNvSpPr>
          <p:nvPr>
            <p:ph type="title"/>
          </p:nvPr>
        </p:nvSpPr>
        <p:spPr bwMode="auto">
          <a:xfrm>
            <a:off x="361107" y="421226"/>
            <a:ext cx="9862734" cy="376138"/>
          </a:xfrm>
          <a:prstGeom prst="rect">
            <a:avLst/>
          </a:prstGeom>
        </p:spPr>
        <p:txBody>
          <a:bodyPr vert="horz" lIns="91440" tIns="45720" rIns="91440" bIns="45720" rtlCol="0" anchor="b" anchorCtr="0">
            <a:noAutofit/>
          </a:bodyPr>
          <a:lstStyle/>
          <a:p>
            <a:pPr>
              <a:defRPr/>
            </a:pPr>
            <a:r>
              <a:rPr lang="ru-RU"/>
              <a:t>ОБРАЗЕЦ ЗАГОЛОВКА</a:t>
            </a:r>
            <a:endParaRPr/>
          </a:p>
        </p:txBody>
      </p:sp>
      <p:sp>
        <p:nvSpPr>
          <p:cNvPr id="2043836170" name="Текст 35"/>
          <p:cNvSpPr>
            <a:spLocks noGrp="1"/>
          </p:cNvSpPr>
          <p:nvPr>
            <p:ph type="body" sz="quarter" idx="21"/>
          </p:nvPr>
        </p:nvSpPr>
        <p:spPr bwMode="auto">
          <a:xfrm>
            <a:off x="6683077" y="1026867"/>
            <a:ext cx="4790314" cy="1615356"/>
          </a:xfrm>
          <a:prstGeom prst="roundRect">
            <a:avLst>
              <a:gd name="adj" fmla="val 1666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2"/>
                </a:solidFill>
              </a:defRPr>
            </a:lvl1pPr>
          </a:lstStyle>
          <a:p>
            <a:pPr lvl="0">
              <a:defRPr/>
            </a:pPr>
            <a:r>
              <a:rPr lang="ru-RU"/>
              <a:t>Образец текста</a:t>
            </a:r>
            <a:endParaRPr/>
          </a:p>
        </p:txBody>
      </p:sp>
      <p:sp>
        <p:nvSpPr>
          <p:cNvPr id="142241725" name="Текст 35"/>
          <p:cNvSpPr>
            <a:spLocks noGrp="1"/>
          </p:cNvSpPr>
          <p:nvPr>
            <p:ph type="body" sz="quarter" idx="18"/>
          </p:nvPr>
        </p:nvSpPr>
        <p:spPr bwMode="auto">
          <a:xfrm>
            <a:off x="6683077" y="1626932"/>
            <a:ext cx="4790314" cy="1015291"/>
          </a:xfrm>
          <a:prstGeom prst="rect">
            <a:avLst/>
          </a:prstGeom>
        </p:spPr>
        <p:txBody>
          <a:bodyPr>
            <a:normAutofit/>
          </a:bodyPr>
          <a:lstStyle>
            <a:lvl1pPr>
              <a:defRPr sz="1400"/>
            </a:lvl1pPr>
          </a:lstStyle>
          <a:p>
            <a:pPr lvl="0">
              <a:defRPr/>
            </a:pPr>
            <a:r>
              <a:rPr lang="ru-RU"/>
              <a:t>Образец текста</a:t>
            </a:r>
            <a:endParaRPr/>
          </a:p>
        </p:txBody>
      </p:sp>
      <p:sp>
        <p:nvSpPr>
          <p:cNvPr id="271273573" name="Текст 35"/>
          <p:cNvSpPr>
            <a:spLocks noGrp="1"/>
          </p:cNvSpPr>
          <p:nvPr>
            <p:ph type="body" sz="quarter" idx="22"/>
          </p:nvPr>
        </p:nvSpPr>
        <p:spPr bwMode="auto">
          <a:xfrm>
            <a:off x="6683077" y="2807582"/>
            <a:ext cx="4790314" cy="1615356"/>
          </a:xfrm>
          <a:prstGeom prst="roundRect">
            <a:avLst>
              <a:gd name="adj" fmla="val 1666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2"/>
                </a:solidFill>
              </a:defRPr>
            </a:lvl1pPr>
          </a:lstStyle>
          <a:p>
            <a:pPr lvl="0">
              <a:defRPr/>
            </a:pPr>
            <a:r>
              <a:rPr lang="ru-RU"/>
              <a:t>Образец текста</a:t>
            </a:r>
            <a:endParaRPr/>
          </a:p>
        </p:txBody>
      </p:sp>
      <p:sp>
        <p:nvSpPr>
          <p:cNvPr id="48872943" name="Текст 35"/>
          <p:cNvSpPr>
            <a:spLocks noGrp="1"/>
          </p:cNvSpPr>
          <p:nvPr>
            <p:ph type="body" sz="quarter" idx="23"/>
          </p:nvPr>
        </p:nvSpPr>
        <p:spPr bwMode="auto">
          <a:xfrm>
            <a:off x="6683077" y="3407647"/>
            <a:ext cx="4790314" cy="1015291"/>
          </a:xfrm>
          <a:prstGeom prst="rect">
            <a:avLst/>
          </a:prstGeom>
        </p:spPr>
        <p:txBody>
          <a:bodyPr>
            <a:normAutofit/>
          </a:bodyPr>
          <a:lstStyle>
            <a:lvl1pPr>
              <a:defRPr sz="1400"/>
            </a:lvl1pPr>
          </a:lstStyle>
          <a:p>
            <a:pPr lvl="0">
              <a:defRPr/>
            </a:pPr>
            <a:r>
              <a:rPr lang="ru-RU"/>
              <a:t>Образец текста</a:t>
            </a:r>
            <a:endParaRPr/>
          </a:p>
        </p:txBody>
      </p:sp>
      <p:sp>
        <p:nvSpPr>
          <p:cNvPr id="1742451767" name="Текст 35"/>
          <p:cNvSpPr>
            <a:spLocks noGrp="1"/>
          </p:cNvSpPr>
          <p:nvPr>
            <p:ph type="body" sz="quarter" idx="24"/>
          </p:nvPr>
        </p:nvSpPr>
        <p:spPr bwMode="auto">
          <a:xfrm>
            <a:off x="6683077" y="4584029"/>
            <a:ext cx="4790314" cy="1615356"/>
          </a:xfrm>
          <a:prstGeom prst="roundRect">
            <a:avLst>
              <a:gd name="adj" fmla="val 1666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2"/>
                </a:solidFill>
              </a:defRPr>
            </a:lvl1pPr>
          </a:lstStyle>
          <a:p>
            <a:pPr lvl="0">
              <a:defRPr/>
            </a:pPr>
            <a:r>
              <a:rPr lang="ru-RU"/>
              <a:t>Образец текста</a:t>
            </a:r>
            <a:endParaRPr/>
          </a:p>
        </p:txBody>
      </p:sp>
      <p:sp>
        <p:nvSpPr>
          <p:cNvPr id="448673856" name="Текст 35"/>
          <p:cNvSpPr>
            <a:spLocks noGrp="1"/>
          </p:cNvSpPr>
          <p:nvPr>
            <p:ph type="body" sz="quarter" idx="25"/>
          </p:nvPr>
        </p:nvSpPr>
        <p:spPr bwMode="auto">
          <a:xfrm>
            <a:off x="6683077" y="5184094"/>
            <a:ext cx="4790314" cy="1015291"/>
          </a:xfrm>
          <a:prstGeom prst="rect">
            <a:avLst/>
          </a:prstGeom>
        </p:spPr>
        <p:txBody>
          <a:bodyPr>
            <a:normAutofit/>
          </a:bodyPr>
          <a:lstStyle>
            <a:lvl1pPr>
              <a:defRPr sz="1400"/>
            </a:lvl1pPr>
          </a:lstStyle>
          <a:p>
            <a:pPr lvl="0">
              <a:defRPr/>
            </a:pPr>
            <a:r>
              <a:rPr lang="ru-RU"/>
              <a:t>Образец текста</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1_Статистика">
    <p:spTree>
      <p:nvGrpSpPr>
        <p:cNvPr id="1" name=""/>
        <p:cNvGrpSpPr/>
        <p:nvPr/>
      </p:nvGrpSpPr>
      <p:grpSpPr bwMode="auto">
        <a:xfrm>
          <a:off x="0" y="0"/>
          <a:ext cx="0" cy="0"/>
          <a:chOff x="0" y="0"/>
          <a:chExt cx="0" cy="0"/>
        </a:xfrm>
      </p:grpSpPr>
      <p:sp>
        <p:nvSpPr>
          <p:cNvPr id="1216308503" name="Дата 3"/>
          <p:cNvSpPr>
            <a:spLocks noGrp="1"/>
          </p:cNvSpPr>
          <p:nvPr>
            <p:ph type="dt" sz="half" idx="2"/>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2938A0C3-5C2F-47B8-B008-79A49A1195BA}" type="datetime1">
              <a:rPr lang="ru-RU"/>
              <a:t>29.09.2026</a:t>
            </a:fld>
            <a:endParaRPr lang="ru-RU"/>
          </a:p>
        </p:txBody>
      </p:sp>
      <p:sp>
        <p:nvSpPr>
          <p:cNvPr id="1411734433"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1955759829"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
        <p:nvSpPr>
          <p:cNvPr id="1444925120" name="Заголовок 1"/>
          <p:cNvSpPr>
            <a:spLocks noGrp="1"/>
          </p:cNvSpPr>
          <p:nvPr>
            <p:ph type="title"/>
          </p:nvPr>
        </p:nvSpPr>
        <p:spPr bwMode="auto">
          <a:xfrm>
            <a:off x="349532" y="421226"/>
            <a:ext cx="9862734" cy="376138"/>
          </a:xfrm>
          <a:prstGeom prst="rect">
            <a:avLst/>
          </a:prstGeom>
        </p:spPr>
        <p:txBody>
          <a:bodyPr vert="horz" lIns="91440" tIns="45720" rIns="91440" bIns="45720" rtlCol="0" anchor="b" anchorCtr="0">
            <a:noAutofit/>
          </a:bodyPr>
          <a:lstStyle/>
          <a:p>
            <a:pPr>
              <a:defRPr/>
            </a:pPr>
            <a:r>
              <a:rPr lang="ru-RU"/>
              <a:t>ОБРАЗЕЦ ЗАГОЛОВКА</a:t>
            </a:r>
            <a:endParaRPr/>
          </a:p>
        </p:txBody>
      </p:sp>
      <p:sp>
        <p:nvSpPr>
          <p:cNvPr id="1063744448" name="Текст 35"/>
          <p:cNvSpPr>
            <a:spLocks noGrp="1"/>
          </p:cNvSpPr>
          <p:nvPr>
            <p:ph type="body" sz="quarter" idx="21"/>
          </p:nvPr>
        </p:nvSpPr>
        <p:spPr bwMode="auto">
          <a:xfrm>
            <a:off x="6683077" y="1016000"/>
            <a:ext cx="4790314" cy="1021701"/>
          </a:xfrm>
          <a:prstGeom prst="roundRect">
            <a:avLst>
              <a:gd name="adj" fmla="val 1666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1"/>
                </a:solidFill>
              </a:defRPr>
            </a:lvl1pPr>
          </a:lstStyle>
          <a:p>
            <a:pPr lvl="0">
              <a:defRPr/>
            </a:pPr>
            <a:r>
              <a:rPr lang="ru-RU"/>
              <a:t>Образец текста</a:t>
            </a:r>
            <a:endParaRPr/>
          </a:p>
        </p:txBody>
      </p:sp>
      <p:sp>
        <p:nvSpPr>
          <p:cNvPr id="307167356" name="Текст 35"/>
          <p:cNvSpPr>
            <a:spLocks noGrp="1"/>
          </p:cNvSpPr>
          <p:nvPr>
            <p:ph type="body" sz="quarter" idx="18"/>
          </p:nvPr>
        </p:nvSpPr>
        <p:spPr bwMode="auto">
          <a:xfrm>
            <a:off x="6683077" y="1395537"/>
            <a:ext cx="4790314" cy="642164"/>
          </a:xfrm>
          <a:prstGeom prst="rect">
            <a:avLst/>
          </a:prstGeom>
        </p:spPr>
        <p:txBody>
          <a:bodyPr>
            <a:normAutofit/>
          </a:bodyPr>
          <a:lstStyle>
            <a:lvl1pPr>
              <a:defRPr sz="1400"/>
            </a:lvl1pPr>
          </a:lstStyle>
          <a:p>
            <a:pPr lvl="0">
              <a:defRPr/>
            </a:pPr>
            <a:r>
              <a:rPr lang="ru-RU"/>
              <a:t>Образец текста</a:t>
            </a:r>
            <a:endParaRPr/>
          </a:p>
        </p:txBody>
      </p:sp>
      <p:sp>
        <p:nvSpPr>
          <p:cNvPr id="844237438" name="Текст 35"/>
          <p:cNvSpPr>
            <a:spLocks noGrp="1"/>
          </p:cNvSpPr>
          <p:nvPr>
            <p:ph type="body" sz="quarter" idx="22"/>
          </p:nvPr>
        </p:nvSpPr>
        <p:spPr bwMode="auto">
          <a:xfrm>
            <a:off x="6683077" y="2284561"/>
            <a:ext cx="4790314" cy="1021701"/>
          </a:xfrm>
          <a:prstGeom prst="roundRect">
            <a:avLst>
              <a:gd name="adj" fmla="val 1666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5">
                    <a:lumMod val="60000"/>
                    <a:lumOff val="40000"/>
                  </a:schemeClr>
                </a:solidFill>
              </a:defRPr>
            </a:lvl1pPr>
          </a:lstStyle>
          <a:p>
            <a:pPr lvl="0">
              <a:defRPr/>
            </a:pPr>
            <a:r>
              <a:rPr lang="ru-RU"/>
              <a:t>Образец текста</a:t>
            </a:r>
            <a:endParaRPr/>
          </a:p>
        </p:txBody>
      </p:sp>
      <p:sp>
        <p:nvSpPr>
          <p:cNvPr id="796389771" name="Текст 35"/>
          <p:cNvSpPr>
            <a:spLocks noGrp="1"/>
          </p:cNvSpPr>
          <p:nvPr>
            <p:ph type="body" sz="quarter" idx="23"/>
          </p:nvPr>
        </p:nvSpPr>
        <p:spPr bwMode="auto">
          <a:xfrm>
            <a:off x="6683077" y="2664098"/>
            <a:ext cx="4790314" cy="642164"/>
          </a:xfrm>
          <a:prstGeom prst="rect">
            <a:avLst/>
          </a:prstGeom>
        </p:spPr>
        <p:txBody>
          <a:bodyPr>
            <a:normAutofit/>
          </a:bodyPr>
          <a:lstStyle>
            <a:lvl1pPr>
              <a:defRPr sz="1400"/>
            </a:lvl1pPr>
          </a:lstStyle>
          <a:p>
            <a:pPr lvl="0">
              <a:defRPr/>
            </a:pPr>
            <a:r>
              <a:rPr lang="ru-RU"/>
              <a:t>Образец текста</a:t>
            </a:r>
            <a:endParaRPr/>
          </a:p>
        </p:txBody>
      </p:sp>
      <p:sp>
        <p:nvSpPr>
          <p:cNvPr id="7285765" name="Текст 35"/>
          <p:cNvSpPr>
            <a:spLocks noGrp="1"/>
          </p:cNvSpPr>
          <p:nvPr>
            <p:ph type="body" sz="quarter" idx="24"/>
          </p:nvPr>
        </p:nvSpPr>
        <p:spPr bwMode="auto">
          <a:xfrm>
            <a:off x="6683077" y="3553122"/>
            <a:ext cx="4790314" cy="1021701"/>
          </a:xfrm>
          <a:prstGeom prst="roundRect">
            <a:avLst>
              <a:gd name="adj" fmla="val 1666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4"/>
                </a:solidFill>
              </a:defRPr>
            </a:lvl1pPr>
          </a:lstStyle>
          <a:p>
            <a:pPr lvl="0">
              <a:defRPr/>
            </a:pPr>
            <a:r>
              <a:rPr lang="ru-RU"/>
              <a:t>Образец текста</a:t>
            </a:r>
            <a:endParaRPr/>
          </a:p>
        </p:txBody>
      </p:sp>
      <p:sp>
        <p:nvSpPr>
          <p:cNvPr id="825738796" name="Текст 35"/>
          <p:cNvSpPr>
            <a:spLocks noGrp="1"/>
          </p:cNvSpPr>
          <p:nvPr>
            <p:ph type="body" sz="quarter" idx="25"/>
          </p:nvPr>
        </p:nvSpPr>
        <p:spPr bwMode="auto">
          <a:xfrm>
            <a:off x="6683077" y="3932658"/>
            <a:ext cx="4790314" cy="642164"/>
          </a:xfrm>
          <a:prstGeom prst="rect">
            <a:avLst/>
          </a:prstGeom>
        </p:spPr>
        <p:txBody>
          <a:bodyPr>
            <a:normAutofit/>
          </a:bodyPr>
          <a:lstStyle>
            <a:lvl1pPr>
              <a:defRPr sz="1400"/>
            </a:lvl1pPr>
          </a:lstStyle>
          <a:p>
            <a:pPr lvl="0">
              <a:defRPr/>
            </a:pPr>
            <a:r>
              <a:rPr lang="ru-RU"/>
              <a:t>Образец текста</a:t>
            </a:r>
            <a:endParaRPr/>
          </a:p>
        </p:txBody>
      </p:sp>
      <p:sp>
        <p:nvSpPr>
          <p:cNvPr id="464948013" name="Текст 35"/>
          <p:cNvSpPr>
            <a:spLocks noGrp="1"/>
          </p:cNvSpPr>
          <p:nvPr>
            <p:ph type="body" sz="quarter" idx="26"/>
          </p:nvPr>
        </p:nvSpPr>
        <p:spPr bwMode="auto">
          <a:xfrm>
            <a:off x="6683077" y="4821684"/>
            <a:ext cx="4790314" cy="1021701"/>
          </a:xfrm>
          <a:prstGeom prst="roundRect">
            <a:avLst>
              <a:gd name="adj" fmla="val 1666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2"/>
                </a:solidFill>
              </a:defRPr>
            </a:lvl1pPr>
          </a:lstStyle>
          <a:p>
            <a:pPr lvl="0">
              <a:defRPr/>
            </a:pPr>
            <a:r>
              <a:rPr lang="ru-RU"/>
              <a:t>Образец текста</a:t>
            </a:r>
            <a:endParaRPr/>
          </a:p>
        </p:txBody>
      </p:sp>
      <p:sp>
        <p:nvSpPr>
          <p:cNvPr id="359628063" name="Текст 35"/>
          <p:cNvSpPr>
            <a:spLocks noGrp="1"/>
          </p:cNvSpPr>
          <p:nvPr>
            <p:ph type="body" sz="quarter" idx="27"/>
          </p:nvPr>
        </p:nvSpPr>
        <p:spPr bwMode="auto">
          <a:xfrm>
            <a:off x="6683077" y="5201221"/>
            <a:ext cx="4790314" cy="642164"/>
          </a:xfrm>
          <a:prstGeom prst="rect">
            <a:avLst/>
          </a:prstGeom>
        </p:spPr>
        <p:txBody>
          <a:bodyPr>
            <a:normAutofit/>
          </a:bodyPr>
          <a:lstStyle>
            <a:lvl1pPr>
              <a:defRPr sz="1400"/>
            </a:lvl1pPr>
          </a:lstStyle>
          <a:p>
            <a:pPr lvl="0">
              <a:defRPr/>
            </a:pPr>
            <a:r>
              <a:rPr lang="ru-RU"/>
              <a:t>Образец текста</a:t>
            </a:r>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2_Статистика">
    <p:spTree>
      <p:nvGrpSpPr>
        <p:cNvPr id="1" name=""/>
        <p:cNvGrpSpPr/>
        <p:nvPr/>
      </p:nvGrpSpPr>
      <p:grpSpPr bwMode="auto">
        <a:xfrm>
          <a:off x="0" y="0"/>
          <a:ext cx="0" cy="0"/>
          <a:chOff x="0" y="0"/>
          <a:chExt cx="0" cy="0"/>
        </a:xfrm>
      </p:grpSpPr>
      <p:sp>
        <p:nvSpPr>
          <p:cNvPr id="443428881" name="Дата 3"/>
          <p:cNvSpPr>
            <a:spLocks noGrp="1"/>
          </p:cNvSpPr>
          <p:nvPr>
            <p:ph type="dt" sz="half" idx="2"/>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BF4F29EB-DFD0-428E-8E89-ED117A3553E3}" type="datetime1">
              <a:rPr lang="ru-RU"/>
              <a:t>29.09.2026</a:t>
            </a:fld>
            <a:endParaRPr lang="ru-RU"/>
          </a:p>
        </p:txBody>
      </p:sp>
      <p:sp>
        <p:nvSpPr>
          <p:cNvPr id="578044066"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1136938865"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
        <p:nvSpPr>
          <p:cNvPr id="868462662" name="Заголовок 1"/>
          <p:cNvSpPr>
            <a:spLocks noGrp="1"/>
          </p:cNvSpPr>
          <p:nvPr>
            <p:ph type="title"/>
          </p:nvPr>
        </p:nvSpPr>
        <p:spPr bwMode="auto">
          <a:xfrm>
            <a:off x="367721" y="421226"/>
            <a:ext cx="9862734" cy="376138"/>
          </a:xfrm>
          <a:prstGeom prst="rect">
            <a:avLst/>
          </a:prstGeom>
        </p:spPr>
        <p:txBody>
          <a:bodyPr vert="horz" lIns="91440" tIns="45720" rIns="91440" bIns="45720" rtlCol="0" anchor="b" anchorCtr="0">
            <a:noAutofit/>
          </a:bodyPr>
          <a:lstStyle/>
          <a:p>
            <a:pPr>
              <a:defRPr/>
            </a:pPr>
            <a:r>
              <a:rPr lang="ru-RU"/>
              <a:t>ОБРАЗЕЦ ЗАГОЛОВКА</a:t>
            </a:r>
            <a:endParaRPr/>
          </a:p>
        </p:txBody>
      </p:sp>
      <p:sp>
        <p:nvSpPr>
          <p:cNvPr id="1049956540" name="Текст 35"/>
          <p:cNvSpPr>
            <a:spLocks noGrp="1"/>
          </p:cNvSpPr>
          <p:nvPr>
            <p:ph type="body" sz="quarter" idx="21"/>
          </p:nvPr>
        </p:nvSpPr>
        <p:spPr bwMode="auto">
          <a:xfrm>
            <a:off x="6683077" y="1016000"/>
            <a:ext cx="4790314" cy="1021701"/>
          </a:xfrm>
          <a:prstGeom prst="roundRect">
            <a:avLst>
              <a:gd name="adj" fmla="val 1666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1"/>
                </a:solidFill>
              </a:defRPr>
            </a:lvl1pPr>
          </a:lstStyle>
          <a:p>
            <a:pPr lvl="0">
              <a:defRPr/>
            </a:pPr>
            <a:r>
              <a:rPr lang="ru-RU"/>
              <a:t>Образец текста</a:t>
            </a:r>
            <a:endParaRPr/>
          </a:p>
        </p:txBody>
      </p:sp>
      <p:sp>
        <p:nvSpPr>
          <p:cNvPr id="1306137823" name="Текст 35"/>
          <p:cNvSpPr>
            <a:spLocks noGrp="1"/>
          </p:cNvSpPr>
          <p:nvPr>
            <p:ph type="body" sz="quarter" idx="18"/>
          </p:nvPr>
        </p:nvSpPr>
        <p:spPr bwMode="auto">
          <a:xfrm>
            <a:off x="6683077" y="1395537"/>
            <a:ext cx="4790314" cy="642164"/>
          </a:xfrm>
          <a:prstGeom prst="rect">
            <a:avLst/>
          </a:prstGeom>
        </p:spPr>
        <p:txBody>
          <a:bodyPr>
            <a:normAutofit/>
          </a:bodyPr>
          <a:lstStyle>
            <a:lvl1pPr>
              <a:defRPr sz="1400"/>
            </a:lvl1pPr>
          </a:lstStyle>
          <a:p>
            <a:pPr lvl="0">
              <a:defRPr/>
            </a:pPr>
            <a:r>
              <a:rPr lang="ru-RU"/>
              <a:t>Образец текста</a:t>
            </a:r>
            <a:endParaRPr/>
          </a:p>
        </p:txBody>
      </p:sp>
      <p:sp>
        <p:nvSpPr>
          <p:cNvPr id="1625208312" name="Текст 35"/>
          <p:cNvSpPr>
            <a:spLocks noGrp="1"/>
          </p:cNvSpPr>
          <p:nvPr>
            <p:ph type="body" sz="quarter" idx="22"/>
          </p:nvPr>
        </p:nvSpPr>
        <p:spPr bwMode="auto">
          <a:xfrm>
            <a:off x="6683077" y="2284561"/>
            <a:ext cx="4790314" cy="1021701"/>
          </a:xfrm>
          <a:prstGeom prst="roundRect">
            <a:avLst>
              <a:gd name="adj" fmla="val 1666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5">
                    <a:lumMod val="60000"/>
                    <a:lumOff val="40000"/>
                  </a:schemeClr>
                </a:solidFill>
              </a:defRPr>
            </a:lvl1pPr>
          </a:lstStyle>
          <a:p>
            <a:pPr lvl="0">
              <a:defRPr/>
            </a:pPr>
            <a:r>
              <a:rPr lang="ru-RU"/>
              <a:t>Образец текста</a:t>
            </a:r>
            <a:endParaRPr/>
          </a:p>
        </p:txBody>
      </p:sp>
      <p:sp>
        <p:nvSpPr>
          <p:cNvPr id="173537245" name="Текст 35"/>
          <p:cNvSpPr>
            <a:spLocks noGrp="1"/>
          </p:cNvSpPr>
          <p:nvPr>
            <p:ph type="body" sz="quarter" idx="23"/>
          </p:nvPr>
        </p:nvSpPr>
        <p:spPr bwMode="auto">
          <a:xfrm>
            <a:off x="6683077" y="2664098"/>
            <a:ext cx="4790314" cy="642164"/>
          </a:xfrm>
          <a:prstGeom prst="rect">
            <a:avLst/>
          </a:prstGeom>
        </p:spPr>
        <p:txBody>
          <a:bodyPr>
            <a:normAutofit/>
          </a:bodyPr>
          <a:lstStyle>
            <a:lvl1pPr>
              <a:defRPr sz="1400"/>
            </a:lvl1pPr>
          </a:lstStyle>
          <a:p>
            <a:pPr lvl="0">
              <a:defRPr/>
            </a:pPr>
            <a:r>
              <a:rPr lang="ru-RU"/>
              <a:t>Образец текста</a:t>
            </a:r>
            <a:endParaRPr/>
          </a:p>
        </p:txBody>
      </p:sp>
      <p:sp>
        <p:nvSpPr>
          <p:cNvPr id="371328061" name="Текст 35"/>
          <p:cNvSpPr>
            <a:spLocks noGrp="1"/>
          </p:cNvSpPr>
          <p:nvPr>
            <p:ph type="body" sz="quarter" idx="24"/>
          </p:nvPr>
        </p:nvSpPr>
        <p:spPr bwMode="auto">
          <a:xfrm>
            <a:off x="6683077" y="3553122"/>
            <a:ext cx="4790314" cy="1021701"/>
          </a:xfrm>
          <a:prstGeom prst="roundRect">
            <a:avLst>
              <a:gd name="adj" fmla="val 1666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4"/>
                </a:solidFill>
              </a:defRPr>
            </a:lvl1pPr>
          </a:lstStyle>
          <a:p>
            <a:pPr lvl="0">
              <a:defRPr/>
            </a:pPr>
            <a:r>
              <a:rPr lang="ru-RU"/>
              <a:t>Образец текста</a:t>
            </a:r>
            <a:endParaRPr/>
          </a:p>
        </p:txBody>
      </p:sp>
      <p:sp>
        <p:nvSpPr>
          <p:cNvPr id="711941969" name="Текст 35"/>
          <p:cNvSpPr>
            <a:spLocks noGrp="1"/>
          </p:cNvSpPr>
          <p:nvPr>
            <p:ph type="body" sz="quarter" idx="25"/>
          </p:nvPr>
        </p:nvSpPr>
        <p:spPr bwMode="auto">
          <a:xfrm>
            <a:off x="6683077" y="3932658"/>
            <a:ext cx="4790314" cy="642164"/>
          </a:xfrm>
          <a:prstGeom prst="rect">
            <a:avLst/>
          </a:prstGeom>
        </p:spPr>
        <p:txBody>
          <a:bodyPr>
            <a:normAutofit/>
          </a:bodyPr>
          <a:lstStyle>
            <a:lvl1pPr>
              <a:defRPr sz="1400"/>
            </a:lvl1pPr>
          </a:lstStyle>
          <a:p>
            <a:pPr lvl="0">
              <a:defRPr/>
            </a:pPr>
            <a:r>
              <a:rPr lang="ru-RU"/>
              <a:t>Образец текста</a:t>
            </a:r>
            <a:endParaRPr/>
          </a:p>
        </p:txBody>
      </p:sp>
      <p:sp>
        <p:nvSpPr>
          <p:cNvPr id="306354561" name="Текст 35"/>
          <p:cNvSpPr>
            <a:spLocks noGrp="1"/>
          </p:cNvSpPr>
          <p:nvPr>
            <p:ph type="body" sz="quarter" idx="26"/>
          </p:nvPr>
        </p:nvSpPr>
        <p:spPr bwMode="auto">
          <a:xfrm>
            <a:off x="6683077" y="4821684"/>
            <a:ext cx="4790314" cy="1021701"/>
          </a:xfrm>
          <a:prstGeom prst="roundRect">
            <a:avLst>
              <a:gd name="adj" fmla="val 1666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800" b="1">
                <a:solidFill>
                  <a:schemeClr val="accent2"/>
                </a:solidFill>
              </a:defRPr>
            </a:lvl1pPr>
          </a:lstStyle>
          <a:p>
            <a:pPr lvl="0">
              <a:defRPr/>
            </a:pPr>
            <a:r>
              <a:rPr lang="ru-RU"/>
              <a:t>Образец текста</a:t>
            </a:r>
            <a:endParaRPr/>
          </a:p>
        </p:txBody>
      </p:sp>
      <p:sp>
        <p:nvSpPr>
          <p:cNvPr id="562355119" name="Текст 35"/>
          <p:cNvSpPr>
            <a:spLocks noGrp="1"/>
          </p:cNvSpPr>
          <p:nvPr>
            <p:ph type="body" sz="quarter" idx="27"/>
          </p:nvPr>
        </p:nvSpPr>
        <p:spPr bwMode="auto">
          <a:xfrm>
            <a:off x="6683077" y="5201221"/>
            <a:ext cx="4790314" cy="642164"/>
          </a:xfrm>
          <a:prstGeom prst="rect">
            <a:avLst/>
          </a:prstGeom>
        </p:spPr>
        <p:txBody>
          <a:bodyPr>
            <a:normAutofit/>
          </a:bodyPr>
          <a:lstStyle>
            <a:lvl1pPr>
              <a:defRPr sz="1400"/>
            </a:lvl1pPr>
          </a:lstStyle>
          <a:p>
            <a:pPr lvl="0">
              <a:defRPr/>
            </a:pPr>
            <a:r>
              <a:rPr lang="ru-RU"/>
              <a:t>Образец текста</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Стадии">
    <p:spTree>
      <p:nvGrpSpPr>
        <p:cNvPr id="1" name=""/>
        <p:cNvGrpSpPr/>
        <p:nvPr/>
      </p:nvGrpSpPr>
      <p:grpSpPr bwMode="auto">
        <a:xfrm>
          <a:off x="0" y="0"/>
          <a:ext cx="0" cy="0"/>
          <a:chOff x="0" y="0"/>
          <a:chExt cx="0" cy="0"/>
        </a:xfrm>
      </p:grpSpPr>
      <p:sp>
        <p:nvSpPr>
          <p:cNvPr id="371846258" name="Дата 3"/>
          <p:cNvSpPr>
            <a:spLocks noGrp="1"/>
          </p:cNvSpPr>
          <p:nvPr>
            <p:ph type="dt" sz="half" idx="2"/>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D52F0272-0FEA-44CE-966E-3D169B2F53D4}" type="datetime1">
              <a:rPr lang="ru-RU"/>
              <a:t>29.09.2026</a:t>
            </a:fld>
            <a:endParaRPr lang="ru-RU"/>
          </a:p>
        </p:txBody>
      </p:sp>
      <p:sp>
        <p:nvSpPr>
          <p:cNvPr id="183884239"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259562298"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
        <p:nvSpPr>
          <p:cNvPr id="539685804" name="Текст 35"/>
          <p:cNvSpPr>
            <a:spLocks noGrp="1"/>
          </p:cNvSpPr>
          <p:nvPr>
            <p:ph type="body" sz="quarter" idx="26"/>
          </p:nvPr>
        </p:nvSpPr>
        <p:spPr bwMode="auto">
          <a:xfrm>
            <a:off x="346075" y="1024937"/>
            <a:ext cx="2526079" cy="1476687"/>
          </a:xfrm>
          <a:prstGeom prst="roundRect">
            <a:avLst>
              <a:gd name="adj" fmla="val 1588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600" b="1">
                <a:solidFill>
                  <a:schemeClr val="accent2"/>
                </a:solidFill>
              </a:defRPr>
            </a:lvl1pPr>
          </a:lstStyle>
          <a:p>
            <a:pPr lvl="0">
              <a:defRPr/>
            </a:pPr>
            <a:r>
              <a:rPr lang="ru-RU"/>
              <a:t>Образец текста</a:t>
            </a:r>
            <a:endParaRPr/>
          </a:p>
        </p:txBody>
      </p:sp>
      <p:sp>
        <p:nvSpPr>
          <p:cNvPr id="1037197143" name="Текст 35"/>
          <p:cNvSpPr>
            <a:spLocks noGrp="1"/>
          </p:cNvSpPr>
          <p:nvPr>
            <p:ph type="body" sz="quarter" idx="27"/>
          </p:nvPr>
        </p:nvSpPr>
        <p:spPr bwMode="auto">
          <a:xfrm>
            <a:off x="346075" y="1380939"/>
            <a:ext cx="2526079" cy="1120685"/>
          </a:xfrm>
          <a:prstGeom prst="rect">
            <a:avLst/>
          </a:prstGeom>
        </p:spPr>
        <p:txBody>
          <a:bodyPr>
            <a:normAutofit/>
          </a:bodyPr>
          <a:lstStyle>
            <a:lvl1pPr>
              <a:defRPr sz="1400"/>
            </a:lvl1pPr>
          </a:lstStyle>
          <a:p>
            <a:pPr lvl="0">
              <a:defRPr/>
            </a:pPr>
            <a:r>
              <a:rPr lang="ru-RU"/>
              <a:t>Образец текста</a:t>
            </a:r>
            <a:endParaRPr/>
          </a:p>
        </p:txBody>
      </p:sp>
      <p:sp>
        <p:nvSpPr>
          <p:cNvPr id="1567855405" name="Текст 35"/>
          <p:cNvSpPr>
            <a:spLocks noGrp="1"/>
          </p:cNvSpPr>
          <p:nvPr>
            <p:ph type="body" sz="quarter" idx="28"/>
          </p:nvPr>
        </p:nvSpPr>
        <p:spPr bwMode="auto">
          <a:xfrm>
            <a:off x="4832960" y="1024937"/>
            <a:ext cx="2526079" cy="1476687"/>
          </a:xfrm>
          <a:prstGeom prst="roundRect">
            <a:avLst>
              <a:gd name="adj" fmla="val 1588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600" b="1">
                <a:solidFill>
                  <a:schemeClr val="accent2"/>
                </a:solidFill>
              </a:defRPr>
            </a:lvl1pPr>
          </a:lstStyle>
          <a:p>
            <a:pPr lvl="0">
              <a:defRPr/>
            </a:pPr>
            <a:r>
              <a:rPr lang="ru-RU"/>
              <a:t>Образец текста</a:t>
            </a:r>
            <a:endParaRPr/>
          </a:p>
        </p:txBody>
      </p:sp>
      <p:sp>
        <p:nvSpPr>
          <p:cNvPr id="1787837935" name="Текст 35"/>
          <p:cNvSpPr>
            <a:spLocks noGrp="1"/>
          </p:cNvSpPr>
          <p:nvPr>
            <p:ph type="body" sz="quarter" idx="29"/>
          </p:nvPr>
        </p:nvSpPr>
        <p:spPr bwMode="auto">
          <a:xfrm>
            <a:off x="4832960" y="1380939"/>
            <a:ext cx="2526079" cy="1120685"/>
          </a:xfrm>
          <a:prstGeom prst="rect">
            <a:avLst/>
          </a:prstGeom>
        </p:spPr>
        <p:txBody>
          <a:bodyPr>
            <a:normAutofit/>
          </a:bodyPr>
          <a:lstStyle>
            <a:lvl1pPr>
              <a:defRPr sz="1400"/>
            </a:lvl1pPr>
          </a:lstStyle>
          <a:p>
            <a:pPr lvl="0">
              <a:defRPr/>
            </a:pPr>
            <a:r>
              <a:rPr lang="ru-RU"/>
              <a:t>Образец текста</a:t>
            </a:r>
            <a:endParaRPr/>
          </a:p>
        </p:txBody>
      </p:sp>
      <p:sp>
        <p:nvSpPr>
          <p:cNvPr id="1009154608" name="Текст 35"/>
          <p:cNvSpPr>
            <a:spLocks noGrp="1"/>
          </p:cNvSpPr>
          <p:nvPr>
            <p:ph type="body" sz="quarter" idx="30"/>
          </p:nvPr>
        </p:nvSpPr>
        <p:spPr bwMode="auto">
          <a:xfrm>
            <a:off x="9330862" y="1024937"/>
            <a:ext cx="2526079" cy="1476687"/>
          </a:xfrm>
          <a:prstGeom prst="roundRect">
            <a:avLst>
              <a:gd name="adj" fmla="val 1588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600" b="1">
                <a:solidFill>
                  <a:schemeClr val="accent2"/>
                </a:solidFill>
              </a:defRPr>
            </a:lvl1pPr>
          </a:lstStyle>
          <a:p>
            <a:pPr lvl="0">
              <a:defRPr/>
            </a:pPr>
            <a:r>
              <a:rPr lang="ru-RU"/>
              <a:t>Образец текста</a:t>
            </a:r>
            <a:endParaRPr/>
          </a:p>
        </p:txBody>
      </p:sp>
      <p:sp>
        <p:nvSpPr>
          <p:cNvPr id="166422008" name="Текст 35"/>
          <p:cNvSpPr>
            <a:spLocks noGrp="1"/>
          </p:cNvSpPr>
          <p:nvPr>
            <p:ph type="body" sz="quarter" idx="31"/>
          </p:nvPr>
        </p:nvSpPr>
        <p:spPr bwMode="auto">
          <a:xfrm>
            <a:off x="9330862" y="1380939"/>
            <a:ext cx="2526079" cy="1120685"/>
          </a:xfrm>
          <a:prstGeom prst="rect">
            <a:avLst/>
          </a:prstGeom>
        </p:spPr>
        <p:txBody>
          <a:bodyPr>
            <a:normAutofit/>
          </a:bodyPr>
          <a:lstStyle>
            <a:lvl1pPr>
              <a:defRPr sz="1400"/>
            </a:lvl1pPr>
          </a:lstStyle>
          <a:p>
            <a:pPr lvl="0">
              <a:defRPr/>
            </a:pPr>
            <a:r>
              <a:rPr lang="ru-RU"/>
              <a:t>Образец текста</a:t>
            </a:r>
            <a:endParaRPr/>
          </a:p>
        </p:txBody>
      </p:sp>
      <p:sp>
        <p:nvSpPr>
          <p:cNvPr id="1818604501" name="Текст 35"/>
          <p:cNvSpPr>
            <a:spLocks noGrp="1"/>
          </p:cNvSpPr>
          <p:nvPr>
            <p:ph type="body" sz="quarter" idx="32"/>
          </p:nvPr>
        </p:nvSpPr>
        <p:spPr bwMode="auto">
          <a:xfrm>
            <a:off x="2593517" y="4358152"/>
            <a:ext cx="2526079" cy="1476687"/>
          </a:xfrm>
          <a:prstGeom prst="roundRect">
            <a:avLst>
              <a:gd name="adj" fmla="val 1588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600" b="1">
                <a:solidFill>
                  <a:schemeClr val="accent2"/>
                </a:solidFill>
              </a:defRPr>
            </a:lvl1pPr>
          </a:lstStyle>
          <a:p>
            <a:pPr lvl="0">
              <a:defRPr/>
            </a:pPr>
            <a:r>
              <a:rPr lang="ru-RU"/>
              <a:t>Образец текста</a:t>
            </a:r>
            <a:endParaRPr/>
          </a:p>
        </p:txBody>
      </p:sp>
      <p:sp>
        <p:nvSpPr>
          <p:cNvPr id="982797880" name="Текст 35"/>
          <p:cNvSpPr>
            <a:spLocks noGrp="1"/>
          </p:cNvSpPr>
          <p:nvPr>
            <p:ph type="body" sz="quarter" idx="33"/>
          </p:nvPr>
        </p:nvSpPr>
        <p:spPr bwMode="auto">
          <a:xfrm>
            <a:off x="2593517" y="4714154"/>
            <a:ext cx="2526079" cy="1120685"/>
          </a:xfrm>
          <a:prstGeom prst="rect">
            <a:avLst/>
          </a:prstGeom>
        </p:spPr>
        <p:txBody>
          <a:bodyPr>
            <a:normAutofit/>
          </a:bodyPr>
          <a:lstStyle>
            <a:lvl1pPr>
              <a:defRPr sz="1400"/>
            </a:lvl1pPr>
          </a:lstStyle>
          <a:p>
            <a:pPr lvl="0">
              <a:defRPr/>
            </a:pPr>
            <a:r>
              <a:rPr lang="ru-RU"/>
              <a:t>Образец текста</a:t>
            </a:r>
            <a:endParaRPr/>
          </a:p>
        </p:txBody>
      </p:sp>
      <p:sp>
        <p:nvSpPr>
          <p:cNvPr id="4645322" name="Текст 35"/>
          <p:cNvSpPr>
            <a:spLocks noGrp="1"/>
          </p:cNvSpPr>
          <p:nvPr>
            <p:ph type="body" sz="quarter" idx="34"/>
          </p:nvPr>
        </p:nvSpPr>
        <p:spPr bwMode="auto">
          <a:xfrm>
            <a:off x="7080402" y="4358152"/>
            <a:ext cx="2526079" cy="1476687"/>
          </a:xfrm>
          <a:prstGeom prst="roundRect">
            <a:avLst>
              <a:gd name="adj" fmla="val 15887"/>
            </a:avLst>
          </a:prstGeom>
          <a:gradFill>
            <a:gsLst>
              <a:gs pos="0">
                <a:schemeClr val="accent1">
                  <a:lumMod val="5000"/>
                  <a:lumOff val="95000"/>
                  <a:alpha val="20000"/>
                </a:schemeClr>
              </a:gs>
              <a:gs pos="100000">
                <a:schemeClr val="bg1">
                  <a:alpha val="0"/>
                </a:schemeClr>
              </a:gs>
            </a:gsLst>
            <a:lin ang="5400000" scaled="1"/>
          </a:gradFill>
        </p:spPr>
        <p:txBody>
          <a:bodyPr>
            <a:noAutofit/>
          </a:bodyPr>
          <a:lstStyle>
            <a:lvl1pPr>
              <a:defRPr sz="1600" b="1">
                <a:solidFill>
                  <a:schemeClr val="accent2"/>
                </a:solidFill>
              </a:defRPr>
            </a:lvl1pPr>
          </a:lstStyle>
          <a:p>
            <a:pPr lvl="0">
              <a:defRPr/>
            </a:pPr>
            <a:r>
              <a:rPr lang="ru-RU"/>
              <a:t>Образец текста</a:t>
            </a:r>
            <a:endParaRPr/>
          </a:p>
        </p:txBody>
      </p:sp>
      <p:sp>
        <p:nvSpPr>
          <p:cNvPr id="800840723" name="Текст 35"/>
          <p:cNvSpPr>
            <a:spLocks noGrp="1"/>
          </p:cNvSpPr>
          <p:nvPr>
            <p:ph type="body" sz="quarter" idx="35"/>
          </p:nvPr>
        </p:nvSpPr>
        <p:spPr bwMode="auto">
          <a:xfrm>
            <a:off x="7080402" y="4714154"/>
            <a:ext cx="2526079" cy="1120685"/>
          </a:xfrm>
          <a:prstGeom prst="rect">
            <a:avLst/>
          </a:prstGeom>
        </p:spPr>
        <p:txBody>
          <a:bodyPr>
            <a:normAutofit/>
          </a:bodyPr>
          <a:lstStyle>
            <a:lvl1pPr>
              <a:defRPr sz="1400"/>
            </a:lvl1pPr>
          </a:lstStyle>
          <a:p>
            <a:pPr lvl="0">
              <a:defRPr/>
            </a:pPr>
            <a:r>
              <a:rPr lang="ru-RU"/>
              <a:t>Образец текста</a:t>
            </a:r>
            <a:endParaRPr/>
          </a:p>
        </p:txBody>
      </p:sp>
      <p:sp>
        <p:nvSpPr>
          <p:cNvPr id="692377836" name="Заголовок 1"/>
          <p:cNvSpPr>
            <a:spLocks noGrp="1"/>
          </p:cNvSpPr>
          <p:nvPr>
            <p:ph type="title"/>
          </p:nvPr>
        </p:nvSpPr>
        <p:spPr bwMode="auto">
          <a:xfrm>
            <a:off x="384256" y="421226"/>
            <a:ext cx="9862734" cy="376138"/>
          </a:xfrm>
          <a:prstGeom prst="rect">
            <a:avLst/>
          </a:prstGeom>
        </p:spPr>
        <p:txBody>
          <a:bodyPr vert="horz" lIns="91440" tIns="45720" rIns="91440" bIns="45720" rtlCol="0" anchor="b" anchorCtr="0">
            <a:noAutofit/>
          </a:bodyPr>
          <a:lstStyle/>
          <a:p>
            <a:pPr>
              <a:defRPr/>
            </a:pPr>
            <a:r>
              <a:rPr lang="ru-RU"/>
              <a:t>ОБРАЗЕЦ ЗАГОЛОВКА</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Проблема и решение">
    <p:spTree>
      <p:nvGrpSpPr>
        <p:cNvPr id="1" name=""/>
        <p:cNvGrpSpPr/>
        <p:nvPr/>
      </p:nvGrpSpPr>
      <p:grpSpPr bwMode="auto">
        <a:xfrm>
          <a:off x="0" y="0"/>
          <a:ext cx="0" cy="0"/>
          <a:chOff x="0" y="0"/>
          <a:chExt cx="0" cy="0"/>
        </a:xfrm>
      </p:grpSpPr>
      <p:sp>
        <p:nvSpPr>
          <p:cNvPr id="718164010" name="Дата 3"/>
          <p:cNvSpPr>
            <a:spLocks noGrp="1"/>
          </p:cNvSpPr>
          <p:nvPr>
            <p:ph type="dt" sz="half" idx="2"/>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062B0DBE-B5A9-470E-85A9-7CC062D5339A}" type="datetime1">
              <a:rPr lang="ru-RU"/>
              <a:t>29.09.2026</a:t>
            </a:fld>
            <a:endParaRPr lang="ru-RU"/>
          </a:p>
        </p:txBody>
      </p:sp>
      <p:sp>
        <p:nvSpPr>
          <p:cNvPr id="1404377531"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1878327673"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
        <p:nvSpPr>
          <p:cNvPr id="1111877201" name="Заголовок 1"/>
          <p:cNvSpPr>
            <a:spLocks noGrp="1"/>
          </p:cNvSpPr>
          <p:nvPr>
            <p:ph type="title"/>
          </p:nvPr>
        </p:nvSpPr>
        <p:spPr bwMode="auto">
          <a:xfrm>
            <a:off x="357650" y="421226"/>
            <a:ext cx="9862734" cy="376138"/>
          </a:xfrm>
          <a:prstGeom prst="rect">
            <a:avLst/>
          </a:prstGeom>
        </p:spPr>
        <p:txBody>
          <a:bodyPr vert="horz" lIns="91440" tIns="45720" rIns="91440" bIns="45720" rtlCol="0" anchor="b" anchorCtr="0">
            <a:noAutofit/>
          </a:bodyPr>
          <a:lstStyle/>
          <a:p>
            <a:pPr>
              <a:defRPr/>
            </a:pPr>
            <a:r>
              <a:rPr lang="ru-RU"/>
              <a:t>ОБРАЗЕЦ ЗАГОЛОВКА</a:t>
            </a:r>
            <a:endParaRPr/>
          </a:p>
        </p:txBody>
      </p:sp>
      <p:sp>
        <p:nvSpPr>
          <p:cNvPr id="582039980" name="Текст 35"/>
          <p:cNvSpPr>
            <a:spLocks noGrp="1"/>
          </p:cNvSpPr>
          <p:nvPr>
            <p:ph type="body" sz="quarter" idx="26" hasCustomPrompt="1"/>
          </p:nvPr>
        </p:nvSpPr>
        <p:spPr bwMode="auto">
          <a:xfrm>
            <a:off x="517027" y="3810175"/>
            <a:ext cx="3264113" cy="2375115"/>
          </a:xfrm>
          <a:prstGeom prst="roundRect">
            <a:avLst>
              <a:gd name="adj" fmla="val 10167"/>
            </a:avLst>
          </a:prstGeom>
          <a:gradFill>
            <a:gsLst>
              <a:gs pos="0">
                <a:schemeClr val="accent1">
                  <a:lumMod val="5000"/>
                  <a:lumOff val="95000"/>
                  <a:alpha val="20000"/>
                </a:schemeClr>
              </a:gs>
              <a:gs pos="49000">
                <a:schemeClr val="bg1">
                  <a:alpha val="0"/>
                </a:schemeClr>
              </a:gs>
            </a:gsLst>
            <a:lin ang="5400000" scaled="1"/>
          </a:gradFill>
        </p:spPr>
        <p:txBody>
          <a:bodyPr>
            <a:noAutofit/>
          </a:bodyPr>
          <a:lstStyle>
            <a:lvl1pPr marL="0" indent="0">
              <a:buNone/>
              <a:defRPr sz="1400" b="0">
                <a:solidFill>
                  <a:schemeClr val="bg1"/>
                </a:solidFill>
              </a:defRPr>
            </a:lvl1pPr>
          </a:lstStyle>
          <a:p>
            <a:pPr lvl="0">
              <a:defRPr/>
            </a:pPr>
            <a:r>
              <a:rPr lang="ru-RU"/>
              <a:t>Описание проблемы </a:t>
            </a:r>
            <a:endParaRPr/>
          </a:p>
        </p:txBody>
      </p:sp>
      <p:sp>
        <p:nvSpPr>
          <p:cNvPr id="2132052205" name="Текст 35"/>
          <p:cNvSpPr>
            <a:spLocks noGrp="1"/>
          </p:cNvSpPr>
          <p:nvPr>
            <p:ph type="body" sz="quarter" idx="31" hasCustomPrompt="1"/>
          </p:nvPr>
        </p:nvSpPr>
        <p:spPr bwMode="auto">
          <a:xfrm>
            <a:off x="4464542" y="3810175"/>
            <a:ext cx="3264113" cy="2375115"/>
          </a:xfrm>
          <a:prstGeom prst="roundRect">
            <a:avLst>
              <a:gd name="adj" fmla="val 10167"/>
            </a:avLst>
          </a:prstGeom>
          <a:gradFill>
            <a:gsLst>
              <a:gs pos="0">
                <a:schemeClr val="accent1">
                  <a:lumMod val="5000"/>
                  <a:lumOff val="95000"/>
                  <a:alpha val="20000"/>
                </a:schemeClr>
              </a:gs>
              <a:gs pos="49000">
                <a:schemeClr val="bg1">
                  <a:alpha val="0"/>
                </a:schemeClr>
              </a:gs>
            </a:gsLst>
            <a:lin ang="5400000" scaled="1"/>
          </a:gradFill>
        </p:spPr>
        <p:txBody>
          <a:bodyPr>
            <a:noAutofit/>
          </a:bodyPr>
          <a:lstStyle>
            <a:lvl1pPr marL="0" indent="0">
              <a:buNone/>
              <a:defRPr sz="1400" b="0">
                <a:solidFill>
                  <a:schemeClr val="bg1"/>
                </a:solidFill>
              </a:defRPr>
            </a:lvl1pPr>
          </a:lstStyle>
          <a:p>
            <a:pPr lvl="0">
              <a:defRPr/>
            </a:pPr>
            <a:r>
              <a:rPr lang="ru-RU"/>
              <a:t>Примеры уже имеющихся способов решения данной проблемы</a:t>
            </a:r>
            <a:endParaRPr/>
          </a:p>
        </p:txBody>
      </p:sp>
      <p:sp>
        <p:nvSpPr>
          <p:cNvPr id="675949049" name="Текст 35"/>
          <p:cNvSpPr>
            <a:spLocks noGrp="1"/>
          </p:cNvSpPr>
          <p:nvPr>
            <p:ph type="body" sz="quarter" idx="32" hasCustomPrompt="1"/>
          </p:nvPr>
        </p:nvSpPr>
        <p:spPr bwMode="auto">
          <a:xfrm>
            <a:off x="8385481" y="3810175"/>
            <a:ext cx="3264113" cy="2375115"/>
          </a:xfrm>
          <a:prstGeom prst="roundRect">
            <a:avLst>
              <a:gd name="adj" fmla="val 10167"/>
            </a:avLst>
          </a:prstGeom>
          <a:gradFill>
            <a:gsLst>
              <a:gs pos="0">
                <a:schemeClr val="accent1">
                  <a:lumMod val="5000"/>
                  <a:lumOff val="95000"/>
                  <a:alpha val="20000"/>
                </a:schemeClr>
              </a:gs>
              <a:gs pos="49000">
                <a:schemeClr val="bg1">
                  <a:alpha val="0"/>
                </a:schemeClr>
              </a:gs>
            </a:gsLst>
            <a:lin ang="5400000" scaled="1"/>
          </a:gradFill>
        </p:spPr>
        <p:txBody>
          <a:bodyPr>
            <a:noAutofit/>
          </a:bodyPr>
          <a:lstStyle>
            <a:lvl1pPr marL="0" indent="0">
              <a:buNone/>
              <a:defRPr sz="1400" b="0">
                <a:solidFill>
                  <a:schemeClr val="bg1"/>
                </a:solidFill>
              </a:defRPr>
            </a:lvl1pPr>
          </a:lstStyle>
          <a:p>
            <a:pPr lvl="0">
              <a:defRPr/>
            </a:pPr>
            <a:r>
              <a:rPr lang="ru-RU"/>
              <a:t>Ваше предложение решения данной проблемы</a:t>
            </a:r>
            <a:endParaRPr/>
          </a:p>
        </p:txBody>
      </p:sp>
      <p:sp>
        <p:nvSpPr>
          <p:cNvPr id="790304405" name="Текст 35"/>
          <p:cNvSpPr>
            <a:spLocks noGrp="1"/>
          </p:cNvSpPr>
          <p:nvPr>
            <p:ph type="body" sz="quarter" idx="33" hasCustomPrompt="1"/>
          </p:nvPr>
        </p:nvSpPr>
        <p:spPr bwMode="auto">
          <a:xfrm>
            <a:off x="517027" y="3252336"/>
            <a:ext cx="3264113" cy="391783"/>
          </a:xfrm>
          <a:prstGeom prst="roundRect">
            <a:avLst>
              <a:gd name="adj" fmla="val 10167"/>
            </a:avLst>
          </a:prstGeom>
          <a:noFill/>
        </p:spPr>
        <p:txBody>
          <a:bodyPr>
            <a:noAutofit/>
          </a:bodyPr>
          <a:lstStyle>
            <a:lvl1pPr marL="0" indent="0" algn="ctr">
              <a:buNone/>
              <a:defRPr sz="1600" b="1">
                <a:solidFill>
                  <a:schemeClr val="accent2"/>
                </a:solidFill>
              </a:defRPr>
            </a:lvl1pPr>
          </a:lstStyle>
          <a:p>
            <a:pPr lvl="0">
              <a:defRPr/>
            </a:pPr>
            <a:r>
              <a:rPr lang="ru-RU"/>
              <a:t>Проблема</a:t>
            </a:r>
            <a:endParaRPr/>
          </a:p>
        </p:txBody>
      </p:sp>
      <p:sp>
        <p:nvSpPr>
          <p:cNvPr id="1935991240" name="Текст 35"/>
          <p:cNvSpPr>
            <a:spLocks noGrp="1"/>
          </p:cNvSpPr>
          <p:nvPr>
            <p:ph type="body" sz="quarter" idx="34" hasCustomPrompt="1"/>
          </p:nvPr>
        </p:nvSpPr>
        <p:spPr bwMode="auto">
          <a:xfrm>
            <a:off x="4464542" y="3252336"/>
            <a:ext cx="3264113" cy="391783"/>
          </a:xfrm>
          <a:prstGeom prst="roundRect">
            <a:avLst>
              <a:gd name="adj" fmla="val 10167"/>
            </a:avLst>
          </a:prstGeom>
          <a:noFill/>
        </p:spPr>
        <p:txBody>
          <a:bodyPr>
            <a:noAutofit/>
          </a:bodyPr>
          <a:lstStyle>
            <a:lvl1pPr marL="0" indent="0" algn="ctr">
              <a:buNone/>
              <a:defRPr sz="1600" b="1">
                <a:solidFill>
                  <a:schemeClr val="accent2"/>
                </a:solidFill>
              </a:defRPr>
            </a:lvl1pPr>
          </a:lstStyle>
          <a:p>
            <a:pPr lvl="0">
              <a:defRPr/>
            </a:pPr>
            <a:r>
              <a:rPr lang="ru-RU"/>
              <a:t>Альтернативные решения</a:t>
            </a:r>
            <a:endParaRPr/>
          </a:p>
        </p:txBody>
      </p:sp>
      <p:sp>
        <p:nvSpPr>
          <p:cNvPr id="364980101" name="Текст 35"/>
          <p:cNvSpPr>
            <a:spLocks noGrp="1"/>
          </p:cNvSpPr>
          <p:nvPr>
            <p:ph type="body" sz="quarter" idx="35" hasCustomPrompt="1"/>
          </p:nvPr>
        </p:nvSpPr>
        <p:spPr bwMode="auto">
          <a:xfrm>
            <a:off x="8385481" y="3252336"/>
            <a:ext cx="3264113" cy="391783"/>
          </a:xfrm>
          <a:prstGeom prst="roundRect">
            <a:avLst>
              <a:gd name="adj" fmla="val 10167"/>
            </a:avLst>
          </a:prstGeom>
          <a:noFill/>
        </p:spPr>
        <p:txBody>
          <a:bodyPr>
            <a:noAutofit/>
          </a:bodyPr>
          <a:lstStyle>
            <a:lvl1pPr marL="0" indent="0" algn="ctr">
              <a:buNone/>
              <a:defRPr sz="1600" b="1">
                <a:solidFill>
                  <a:schemeClr val="accent2"/>
                </a:solidFill>
              </a:defRPr>
            </a:lvl1pPr>
          </a:lstStyle>
          <a:p>
            <a:pPr lvl="0">
              <a:defRPr/>
            </a:pPr>
            <a:r>
              <a:rPr lang="ru-RU"/>
              <a:t>Решение</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Демо_1">
    <p:spTree>
      <p:nvGrpSpPr>
        <p:cNvPr id="1" name=""/>
        <p:cNvGrpSpPr/>
        <p:nvPr/>
      </p:nvGrpSpPr>
      <p:grpSpPr bwMode="auto">
        <a:xfrm>
          <a:off x="0" y="0"/>
          <a:ext cx="0" cy="0"/>
          <a:chOff x="0" y="0"/>
          <a:chExt cx="0" cy="0"/>
        </a:xfrm>
      </p:grpSpPr>
      <p:sp>
        <p:nvSpPr>
          <p:cNvPr id="1594102161" name="Picture Placeholder 1"/>
          <p:cNvSpPr>
            <a:spLocks noGrp="1"/>
          </p:cNvSpPr>
          <p:nvPr>
            <p:ph type="pic" sz="quarter" idx="14"/>
          </p:nvPr>
        </p:nvSpPr>
        <p:spPr bwMode="auto">
          <a:xfrm>
            <a:off x="4162940" y="1264478"/>
            <a:ext cx="3866121" cy="2436377"/>
          </a:xfrm>
        </p:spPr>
      </p:sp>
      <p:sp>
        <p:nvSpPr>
          <p:cNvPr id="1846104689" name="Дата 3"/>
          <p:cNvSpPr>
            <a:spLocks noGrp="1"/>
          </p:cNvSpPr>
          <p:nvPr>
            <p:ph type="dt" sz="half" idx="2"/>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4D396B86-640F-4AD1-BBB2-E085B6CD8771}" type="datetime1">
              <a:rPr lang="ru-RU"/>
              <a:t>29.09.2026</a:t>
            </a:fld>
            <a:endParaRPr lang="ru-RU"/>
          </a:p>
        </p:txBody>
      </p:sp>
      <p:sp>
        <p:nvSpPr>
          <p:cNvPr id="943017768"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69133919"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
        <p:nvSpPr>
          <p:cNvPr id="1897574807" name="Заголовок 1"/>
          <p:cNvSpPr>
            <a:spLocks noGrp="1"/>
          </p:cNvSpPr>
          <p:nvPr>
            <p:ph type="title"/>
          </p:nvPr>
        </p:nvSpPr>
        <p:spPr bwMode="auto">
          <a:xfrm>
            <a:off x="346075" y="421226"/>
            <a:ext cx="9862734" cy="376138"/>
          </a:xfrm>
          <a:prstGeom prst="rect">
            <a:avLst/>
          </a:prstGeom>
        </p:spPr>
        <p:txBody>
          <a:bodyPr vert="horz" lIns="91440" tIns="45720" rIns="91440" bIns="45720" rtlCol="0" anchor="b" anchorCtr="0">
            <a:noAutofit/>
          </a:bodyPr>
          <a:lstStyle/>
          <a:p>
            <a:pPr>
              <a:defRPr/>
            </a:pPr>
            <a:r>
              <a:rPr lang="ru-RU"/>
              <a:t>ОБРАЗЕЦ ЗАГОЛОВКА</a:t>
            </a:r>
            <a:endParaRPr/>
          </a:p>
        </p:txBody>
      </p:sp>
      <p:sp>
        <p:nvSpPr>
          <p:cNvPr id="150092205" name="Текст 7"/>
          <p:cNvSpPr>
            <a:spLocks noGrp="1"/>
          </p:cNvSpPr>
          <p:nvPr>
            <p:ph type="body" sz="quarter" idx="15"/>
          </p:nvPr>
        </p:nvSpPr>
        <p:spPr bwMode="auto">
          <a:xfrm>
            <a:off x="346075" y="4656083"/>
            <a:ext cx="3626835" cy="1544692"/>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2010908529" name="Текст 7"/>
          <p:cNvSpPr>
            <a:spLocks noGrp="1"/>
          </p:cNvSpPr>
          <p:nvPr>
            <p:ph type="body" sz="quarter" idx="16"/>
          </p:nvPr>
        </p:nvSpPr>
        <p:spPr bwMode="auto">
          <a:xfrm>
            <a:off x="4240502" y="4656083"/>
            <a:ext cx="3626835" cy="1544692"/>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1037434422" name="Текст 7"/>
          <p:cNvSpPr>
            <a:spLocks noGrp="1"/>
          </p:cNvSpPr>
          <p:nvPr>
            <p:ph type="body" sz="quarter" idx="17"/>
          </p:nvPr>
        </p:nvSpPr>
        <p:spPr bwMode="auto">
          <a:xfrm>
            <a:off x="8230203" y="4656083"/>
            <a:ext cx="3626835" cy="1544692"/>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1_Демо_1">
    <p:spTree>
      <p:nvGrpSpPr>
        <p:cNvPr id="1" name=""/>
        <p:cNvGrpSpPr/>
        <p:nvPr/>
      </p:nvGrpSpPr>
      <p:grpSpPr bwMode="auto">
        <a:xfrm>
          <a:off x="0" y="0"/>
          <a:ext cx="0" cy="0"/>
          <a:chOff x="0" y="0"/>
          <a:chExt cx="0" cy="0"/>
        </a:xfrm>
      </p:grpSpPr>
      <p:sp>
        <p:nvSpPr>
          <p:cNvPr id="896937804" name="Дата 3"/>
          <p:cNvSpPr>
            <a:spLocks noGrp="1"/>
          </p:cNvSpPr>
          <p:nvPr>
            <p:ph type="dt" sz="half" idx="2"/>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93AF0E63-1EB1-47F5-B09E-CA3E5DE528F3}" type="datetime1">
              <a:rPr lang="ru-RU"/>
              <a:t>29.09.2026</a:t>
            </a:fld>
            <a:endParaRPr lang="ru-RU"/>
          </a:p>
        </p:txBody>
      </p:sp>
      <p:sp>
        <p:nvSpPr>
          <p:cNvPr id="849567062"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1415115830"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
        <p:nvSpPr>
          <p:cNvPr id="686858807" name="Заголовок 1"/>
          <p:cNvSpPr>
            <a:spLocks noGrp="1"/>
          </p:cNvSpPr>
          <p:nvPr>
            <p:ph type="title"/>
          </p:nvPr>
        </p:nvSpPr>
        <p:spPr bwMode="auto">
          <a:xfrm>
            <a:off x="353289" y="421226"/>
            <a:ext cx="9862734" cy="376138"/>
          </a:xfrm>
          <a:prstGeom prst="rect">
            <a:avLst/>
          </a:prstGeom>
        </p:spPr>
        <p:txBody>
          <a:bodyPr vert="horz" lIns="91440" tIns="45720" rIns="91440" bIns="45720" rtlCol="0" anchor="b" anchorCtr="0">
            <a:noAutofit/>
          </a:bodyPr>
          <a:lstStyle/>
          <a:p>
            <a:pPr>
              <a:defRPr/>
            </a:pPr>
            <a:r>
              <a:rPr lang="ru-RU"/>
              <a:t>ОБРАЗЕЦ ЗАГОЛОВКА</a:t>
            </a:r>
            <a:endParaRPr/>
          </a:p>
        </p:txBody>
      </p:sp>
      <p:sp>
        <p:nvSpPr>
          <p:cNvPr id="1279318429" name="Текст 7"/>
          <p:cNvSpPr>
            <a:spLocks noGrp="1"/>
          </p:cNvSpPr>
          <p:nvPr>
            <p:ph type="body" sz="quarter" idx="15"/>
          </p:nvPr>
        </p:nvSpPr>
        <p:spPr bwMode="auto">
          <a:xfrm>
            <a:off x="1210643" y="4324451"/>
            <a:ext cx="4121687" cy="1612262"/>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1900555260" name="Текст 7"/>
          <p:cNvSpPr>
            <a:spLocks noGrp="1"/>
          </p:cNvSpPr>
          <p:nvPr>
            <p:ph type="body" sz="quarter" idx="16"/>
          </p:nvPr>
        </p:nvSpPr>
        <p:spPr bwMode="auto">
          <a:xfrm>
            <a:off x="6857950" y="4324451"/>
            <a:ext cx="4121687" cy="1612262"/>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139385264" name="Picture Placeholder 1"/>
          <p:cNvSpPr>
            <a:spLocks noGrp="1"/>
          </p:cNvSpPr>
          <p:nvPr>
            <p:ph type="pic" sz="quarter" idx="14"/>
          </p:nvPr>
        </p:nvSpPr>
        <p:spPr bwMode="auto">
          <a:xfrm>
            <a:off x="1210642" y="1577998"/>
            <a:ext cx="4121688" cy="2283975"/>
          </a:xfrm>
        </p:spPr>
      </p:sp>
      <p:sp>
        <p:nvSpPr>
          <p:cNvPr id="201526270" name="Picture Placeholder 1"/>
          <p:cNvSpPr>
            <a:spLocks noGrp="1"/>
          </p:cNvSpPr>
          <p:nvPr>
            <p:ph type="pic" sz="quarter" idx="18"/>
          </p:nvPr>
        </p:nvSpPr>
        <p:spPr bwMode="auto">
          <a:xfrm>
            <a:off x="6855540" y="1577998"/>
            <a:ext cx="4121688" cy="2283975"/>
          </a:xfrm>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preserve="1" userDrawn="1">
  <p:cSld name="2_Демо_1">
    <p:spTree>
      <p:nvGrpSpPr>
        <p:cNvPr id="1" name=""/>
        <p:cNvGrpSpPr/>
        <p:nvPr/>
      </p:nvGrpSpPr>
      <p:grpSpPr bwMode="auto">
        <a:xfrm>
          <a:off x="0" y="0"/>
          <a:ext cx="0" cy="0"/>
          <a:chOff x="0" y="0"/>
          <a:chExt cx="0" cy="0"/>
        </a:xfrm>
      </p:grpSpPr>
      <p:sp>
        <p:nvSpPr>
          <p:cNvPr id="2106581111" name="Picture Placeholder 1"/>
          <p:cNvSpPr>
            <a:spLocks noGrp="1"/>
          </p:cNvSpPr>
          <p:nvPr>
            <p:ph type="pic" sz="quarter" idx="14"/>
          </p:nvPr>
        </p:nvSpPr>
        <p:spPr bwMode="auto">
          <a:xfrm>
            <a:off x="5009872" y="1235915"/>
            <a:ext cx="2172255" cy="4602697"/>
          </a:xfrm>
          <a:prstGeom prst="roundRect">
            <a:avLst>
              <a:gd name="adj" fmla="val 12528"/>
            </a:avLst>
          </a:prstGeom>
          <a:noFill/>
        </p:spPr>
      </p:sp>
      <p:sp>
        <p:nvSpPr>
          <p:cNvPr id="649489746" name="Текст 35"/>
          <p:cNvSpPr>
            <a:spLocks noGrp="1"/>
          </p:cNvSpPr>
          <p:nvPr>
            <p:ph type="body" sz="quarter" idx="21"/>
          </p:nvPr>
        </p:nvSpPr>
        <p:spPr bwMode="auto">
          <a:xfrm>
            <a:off x="356349" y="1641283"/>
            <a:ext cx="3812931" cy="1021701"/>
          </a:xfrm>
          <a:prstGeom prst="roundRect">
            <a:avLst>
              <a:gd name="adj" fmla="val 16667"/>
            </a:avLst>
          </a:prstGeom>
          <a:gradFill>
            <a:gsLst>
              <a:gs pos="0">
                <a:schemeClr val="accent1">
                  <a:lumMod val="5000"/>
                  <a:lumOff val="95000"/>
                  <a:alpha val="20000"/>
                </a:schemeClr>
              </a:gs>
              <a:gs pos="65000">
                <a:schemeClr val="bg1">
                  <a:alpha val="0"/>
                </a:schemeClr>
              </a:gs>
            </a:gsLst>
            <a:lin ang="5400000" scaled="1"/>
          </a:gradFill>
        </p:spPr>
        <p:txBody>
          <a:bodyPr>
            <a:noAutofit/>
          </a:bodyPr>
          <a:lstStyle>
            <a:lvl1pPr>
              <a:defRPr sz="1800" b="1">
                <a:solidFill>
                  <a:schemeClr val="accent1"/>
                </a:solidFill>
              </a:defRPr>
            </a:lvl1pPr>
          </a:lstStyle>
          <a:p>
            <a:pPr lvl="0">
              <a:defRPr/>
            </a:pPr>
            <a:r>
              <a:rPr lang="ru-RU"/>
              <a:t>Образец текста</a:t>
            </a:r>
            <a:endParaRPr/>
          </a:p>
        </p:txBody>
      </p:sp>
      <p:sp>
        <p:nvSpPr>
          <p:cNvPr id="556026507" name="Текст 35"/>
          <p:cNvSpPr>
            <a:spLocks noGrp="1"/>
          </p:cNvSpPr>
          <p:nvPr>
            <p:ph type="body" sz="quarter" idx="18"/>
          </p:nvPr>
        </p:nvSpPr>
        <p:spPr bwMode="auto">
          <a:xfrm>
            <a:off x="356349" y="2020820"/>
            <a:ext cx="3812931" cy="1290596"/>
          </a:xfrm>
          <a:prstGeom prst="rect">
            <a:avLst/>
          </a:prstGeom>
        </p:spPr>
        <p:txBody>
          <a:bodyPr>
            <a:normAutofit/>
          </a:bodyPr>
          <a:lstStyle>
            <a:lvl1pPr>
              <a:defRPr sz="1400"/>
            </a:lvl1pPr>
          </a:lstStyle>
          <a:p>
            <a:pPr lvl="0">
              <a:defRPr/>
            </a:pPr>
            <a:r>
              <a:rPr lang="ru-RU"/>
              <a:t>Образец текста</a:t>
            </a:r>
            <a:endParaRPr/>
          </a:p>
        </p:txBody>
      </p:sp>
      <p:sp>
        <p:nvSpPr>
          <p:cNvPr id="835821784" name="Текст 35"/>
          <p:cNvSpPr>
            <a:spLocks noGrp="1"/>
          </p:cNvSpPr>
          <p:nvPr>
            <p:ph type="body" sz="quarter" idx="22"/>
          </p:nvPr>
        </p:nvSpPr>
        <p:spPr bwMode="auto">
          <a:xfrm>
            <a:off x="8040020" y="1641283"/>
            <a:ext cx="3812931" cy="1021701"/>
          </a:xfrm>
          <a:prstGeom prst="roundRect">
            <a:avLst>
              <a:gd name="adj" fmla="val 16667"/>
            </a:avLst>
          </a:prstGeom>
          <a:gradFill>
            <a:gsLst>
              <a:gs pos="0">
                <a:schemeClr val="accent1">
                  <a:lumMod val="5000"/>
                  <a:lumOff val="95000"/>
                  <a:alpha val="20000"/>
                </a:schemeClr>
              </a:gs>
              <a:gs pos="65000">
                <a:schemeClr val="bg1">
                  <a:alpha val="0"/>
                </a:schemeClr>
              </a:gs>
            </a:gsLst>
            <a:lin ang="5400000" scaled="1"/>
          </a:gradFill>
        </p:spPr>
        <p:txBody>
          <a:bodyPr>
            <a:noAutofit/>
          </a:bodyPr>
          <a:lstStyle>
            <a:lvl1pPr>
              <a:defRPr sz="1800" b="1">
                <a:solidFill>
                  <a:schemeClr val="accent5">
                    <a:lumMod val="20000"/>
                    <a:lumOff val="80000"/>
                  </a:schemeClr>
                </a:solidFill>
              </a:defRPr>
            </a:lvl1pPr>
          </a:lstStyle>
          <a:p>
            <a:pPr lvl="0">
              <a:defRPr/>
            </a:pPr>
            <a:r>
              <a:rPr lang="ru-RU"/>
              <a:t>Образец текста</a:t>
            </a:r>
            <a:endParaRPr/>
          </a:p>
        </p:txBody>
      </p:sp>
      <p:sp>
        <p:nvSpPr>
          <p:cNvPr id="999220155" name="Текст 35"/>
          <p:cNvSpPr>
            <a:spLocks noGrp="1"/>
          </p:cNvSpPr>
          <p:nvPr>
            <p:ph type="body" sz="quarter" idx="23"/>
          </p:nvPr>
        </p:nvSpPr>
        <p:spPr bwMode="auto">
          <a:xfrm>
            <a:off x="8040020" y="2020820"/>
            <a:ext cx="3812931" cy="1290596"/>
          </a:xfrm>
          <a:prstGeom prst="rect">
            <a:avLst/>
          </a:prstGeom>
        </p:spPr>
        <p:txBody>
          <a:bodyPr>
            <a:normAutofit/>
          </a:bodyPr>
          <a:lstStyle>
            <a:lvl1pPr>
              <a:defRPr sz="1400"/>
            </a:lvl1pPr>
          </a:lstStyle>
          <a:p>
            <a:pPr lvl="0">
              <a:defRPr/>
            </a:pPr>
            <a:r>
              <a:rPr lang="ru-RU"/>
              <a:t>Образец текста</a:t>
            </a:r>
            <a:endParaRPr/>
          </a:p>
        </p:txBody>
      </p:sp>
      <p:sp>
        <p:nvSpPr>
          <p:cNvPr id="1827656491" name="Текст 35"/>
          <p:cNvSpPr>
            <a:spLocks noGrp="1"/>
          </p:cNvSpPr>
          <p:nvPr>
            <p:ph type="body" sz="quarter" idx="24"/>
          </p:nvPr>
        </p:nvSpPr>
        <p:spPr bwMode="auto">
          <a:xfrm>
            <a:off x="356349" y="3864598"/>
            <a:ext cx="3812931" cy="1021701"/>
          </a:xfrm>
          <a:prstGeom prst="roundRect">
            <a:avLst>
              <a:gd name="adj" fmla="val 16667"/>
            </a:avLst>
          </a:prstGeom>
          <a:gradFill>
            <a:gsLst>
              <a:gs pos="0">
                <a:schemeClr val="accent1">
                  <a:lumMod val="5000"/>
                  <a:lumOff val="95000"/>
                  <a:alpha val="20000"/>
                </a:schemeClr>
              </a:gs>
              <a:gs pos="65000">
                <a:schemeClr val="bg1">
                  <a:alpha val="0"/>
                </a:schemeClr>
              </a:gs>
            </a:gsLst>
            <a:lin ang="5400000" scaled="1"/>
          </a:gradFill>
        </p:spPr>
        <p:txBody>
          <a:bodyPr>
            <a:noAutofit/>
          </a:bodyPr>
          <a:lstStyle>
            <a:lvl1pPr>
              <a:defRPr sz="1800" b="1">
                <a:solidFill>
                  <a:schemeClr val="accent4"/>
                </a:solidFill>
              </a:defRPr>
            </a:lvl1pPr>
          </a:lstStyle>
          <a:p>
            <a:pPr lvl="0">
              <a:defRPr/>
            </a:pPr>
            <a:r>
              <a:rPr lang="ru-RU"/>
              <a:t>Образец текста</a:t>
            </a:r>
            <a:endParaRPr/>
          </a:p>
        </p:txBody>
      </p:sp>
      <p:sp>
        <p:nvSpPr>
          <p:cNvPr id="1046043173" name="Текст 35"/>
          <p:cNvSpPr>
            <a:spLocks noGrp="1"/>
          </p:cNvSpPr>
          <p:nvPr>
            <p:ph type="body" sz="quarter" idx="25"/>
          </p:nvPr>
        </p:nvSpPr>
        <p:spPr bwMode="auto">
          <a:xfrm>
            <a:off x="356349" y="4244135"/>
            <a:ext cx="3812931" cy="1290596"/>
          </a:xfrm>
          <a:prstGeom prst="rect">
            <a:avLst/>
          </a:prstGeom>
        </p:spPr>
        <p:txBody>
          <a:bodyPr>
            <a:normAutofit/>
          </a:bodyPr>
          <a:lstStyle>
            <a:lvl1pPr>
              <a:defRPr sz="1400"/>
            </a:lvl1pPr>
          </a:lstStyle>
          <a:p>
            <a:pPr lvl="0">
              <a:defRPr/>
            </a:pPr>
            <a:r>
              <a:rPr lang="ru-RU"/>
              <a:t>Образец текста</a:t>
            </a:r>
            <a:endParaRPr/>
          </a:p>
        </p:txBody>
      </p:sp>
      <p:sp>
        <p:nvSpPr>
          <p:cNvPr id="83571578" name="Текст 35"/>
          <p:cNvSpPr>
            <a:spLocks noGrp="1"/>
          </p:cNvSpPr>
          <p:nvPr>
            <p:ph type="body" sz="quarter" idx="26"/>
          </p:nvPr>
        </p:nvSpPr>
        <p:spPr bwMode="auto">
          <a:xfrm>
            <a:off x="8040020" y="3864598"/>
            <a:ext cx="3812931" cy="1021701"/>
          </a:xfrm>
          <a:prstGeom prst="roundRect">
            <a:avLst>
              <a:gd name="adj" fmla="val 16667"/>
            </a:avLst>
          </a:prstGeom>
          <a:gradFill>
            <a:gsLst>
              <a:gs pos="0">
                <a:schemeClr val="accent1">
                  <a:lumMod val="5000"/>
                  <a:lumOff val="95000"/>
                  <a:alpha val="20000"/>
                </a:schemeClr>
              </a:gs>
              <a:gs pos="65000">
                <a:schemeClr val="bg1">
                  <a:alpha val="0"/>
                </a:schemeClr>
              </a:gs>
            </a:gsLst>
            <a:lin ang="5400000" scaled="1"/>
          </a:gradFill>
        </p:spPr>
        <p:txBody>
          <a:bodyPr>
            <a:noAutofit/>
          </a:bodyPr>
          <a:lstStyle>
            <a:lvl1pPr>
              <a:defRPr sz="1800" b="1">
                <a:solidFill>
                  <a:schemeClr val="accent2"/>
                </a:solidFill>
              </a:defRPr>
            </a:lvl1pPr>
          </a:lstStyle>
          <a:p>
            <a:pPr lvl="0">
              <a:defRPr/>
            </a:pPr>
            <a:r>
              <a:rPr lang="ru-RU"/>
              <a:t>Образец текста</a:t>
            </a:r>
            <a:endParaRPr/>
          </a:p>
        </p:txBody>
      </p:sp>
      <p:sp>
        <p:nvSpPr>
          <p:cNvPr id="1145978830" name="Текст 35"/>
          <p:cNvSpPr>
            <a:spLocks noGrp="1"/>
          </p:cNvSpPr>
          <p:nvPr>
            <p:ph type="body" sz="quarter" idx="27"/>
          </p:nvPr>
        </p:nvSpPr>
        <p:spPr bwMode="auto">
          <a:xfrm>
            <a:off x="8040020" y="4244135"/>
            <a:ext cx="3812931" cy="1290596"/>
          </a:xfrm>
          <a:prstGeom prst="rect">
            <a:avLst/>
          </a:prstGeom>
        </p:spPr>
        <p:txBody>
          <a:bodyPr>
            <a:normAutofit/>
          </a:bodyPr>
          <a:lstStyle>
            <a:lvl1pPr>
              <a:defRPr sz="1400"/>
            </a:lvl1pPr>
          </a:lstStyle>
          <a:p>
            <a:pPr lvl="0">
              <a:defRPr/>
            </a:pPr>
            <a:r>
              <a:rPr lang="ru-RU"/>
              <a:t>Образец текста</a:t>
            </a:r>
            <a:endParaRPr/>
          </a:p>
        </p:txBody>
      </p:sp>
      <p:cxnSp>
        <p:nvCxnSpPr>
          <p:cNvPr id="1427325302" name="Google Shape;2799;p94"/>
          <p:cNvCxnSpPr/>
          <p:nvPr userDrawn="1"/>
        </p:nvCxnSpPr>
        <p:spPr bwMode="auto">
          <a:xfrm>
            <a:off x="4244694" y="1870413"/>
            <a:ext cx="686698" cy="0"/>
          </a:xfrm>
          <a:prstGeom prst="straightConnector1">
            <a:avLst/>
          </a:prstGeom>
          <a:noFill/>
          <a:ln w="25400" cap="flat" cmpd="sng">
            <a:solidFill>
              <a:schemeClr val="accent1"/>
            </a:solidFill>
            <a:prstDash val="solid"/>
            <a:round/>
            <a:headEnd type="none" w="med" len="med"/>
            <a:tailEnd type="none" w="med" len="med"/>
          </a:ln>
        </p:spPr>
      </p:cxnSp>
      <p:cxnSp>
        <p:nvCxnSpPr>
          <p:cNvPr id="1540447643" name="Google Shape;2799;p94"/>
          <p:cNvCxnSpPr/>
          <p:nvPr userDrawn="1"/>
        </p:nvCxnSpPr>
        <p:spPr bwMode="auto">
          <a:xfrm>
            <a:off x="4244694" y="4094630"/>
            <a:ext cx="686698" cy="0"/>
          </a:xfrm>
          <a:prstGeom prst="straightConnector1">
            <a:avLst/>
          </a:prstGeom>
          <a:noFill/>
          <a:ln w="25400" cap="flat" cmpd="sng">
            <a:solidFill>
              <a:schemeClr val="accent5"/>
            </a:solidFill>
            <a:prstDash val="solid"/>
            <a:round/>
            <a:headEnd type="none" w="med" len="med"/>
            <a:tailEnd type="none" w="med" len="med"/>
          </a:ln>
        </p:spPr>
      </p:cxnSp>
      <p:cxnSp>
        <p:nvCxnSpPr>
          <p:cNvPr id="856751411" name="Google Shape;2799;p94"/>
          <p:cNvCxnSpPr/>
          <p:nvPr userDrawn="1"/>
        </p:nvCxnSpPr>
        <p:spPr bwMode="auto">
          <a:xfrm>
            <a:off x="7250583" y="1870413"/>
            <a:ext cx="686698" cy="0"/>
          </a:xfrm>
          <a:prstGeom prst="straightConnector1">
            <a:avLst/>
          </a:prstGeom>
          <a:noFill/>
          <a:ln w="25400" cap="flat" cmpd="sng">
            <a:solidFill>
              <a:schemeClr val="accent5">
                <a:lumMod val="20000"/>
                <a:lumOff val="80000"/>
              </a:schemeClr>
            </a:solidFill>
            <a:prstDash val="solid"/>
            <a:round/>
            <a:headEnd type="none" w="med" len="med"/>
            <a:tailEnd type="none" w="med" len="med"/>
          </a:ln>
        </p:spPr>
      </p:cxnSp>
      <p:cxnSp>
        <p:nvCxnSpPr>
          <p:cNvPr id="166422581" name="Google Shape;2799;p94"/>
          <p:cNvCxnSpPr/>
          <p:nvPr userDrawn="1"/>
        </p:nvCxnSpPr>
        <p:spPr bwMode="auto">
          <a:xfrm>
            <a:off x="7250583" y="4094630"/>
            <a:ext cx="686698" cy="0"/>
          </a:xfrm>
          <a:prstGeom prst="straightConnector1">
            <a:avLst/>
          </a:prstGeom>
          <a:noFill/>
          <a:ln w="25400" cap="flat" cmpd="sng">
            <a:solidFill>
              <a:schemeClr val="accent3"/>
            </a:solidFill>
            <a:prstDash val="solid"/>
            <a:round/>
            <a:headEnd type="none" w="med" len="med"/>
            <a:tailEnd type="none" w="med" len="med"/>
          </a:ln>
        </p:spPr>
      </p:cxnSp>
      <p:sp>
        <p:nvSpPr>
          <p:cNvPr id="1150678077" name="Заголовок 3"/>
          <p:cNvSpPr>
            <a:spLocks noGrp="1"/>
          </p:cNvSpPr>
          <p:nvPr>
            <p:ph type="title"/>
          </p:nvPr>
        </p:nvSpPr>
        <p:spPr bwMode="auto"/>
        <p:txBody>
          <a:bodyPr/>
          <a:lstStyle/>
          <a:p>
            <a:pPr>
              <a:defRPr/>
            </a:pPr>
            <a:r>
              <a:rPr lang="ru-RU"/>
              <a:t>Образец заголовка</a:t>
            </a:r>
            <a:endParaRPr/>
          </a:p>
        </p:txBody>
      </p:sp>
      <p:sp>
        <p:nvSpPr>
          <p:cNvPr id="1958395240" name="Дата 8"/>
          <p:cNvSpPr>
            <a:spLocks noGrp="1"/>
          </p:cNvSpPr>
          <p:nvPr>
            <p:ph type="dt" sz="half" idx="28"/>
          </p:nvPr>
        </p:nvSpPr>
        <p:spPr bwMode="auto"/>
        <p:txBody>
          <a:bodyPr/>
          <a:lstStyle/>
          <a:p>
            <a:pPr>
              <a:defRPr/>
            </a:pPr>
            <a:fld id="{9D490EE5-ED7D-46E8-8345-A78A0CB0F4A4}" type="datetime1">
              <a:rPr lang="ru-RU"/>
              <a:t>29.09.2026</a:t>
            </a:fld>
            <a:endParaRPr lang="ru-RU"/>
          </a:p>
        </p:txBody>
      </p:sp>
      <p:sp>
        <p:nvSpPr>
          <p:cNvPr id="691185160" name="Нижний колонтитул 9"/>
          <p:cNvSpPr>
            <a:spLocks noGrp="1"/>
          </p:cNvSpPr>
          <p:nvPr>
            <p:ph type="ftr" sz="quarter" idx="29"/>
          </p:nvPr>
        </p:nvSpPr>
        <p:spPr bwMode="auto"/>
        <p:txBody>
          <a:bodyPr/>
          <a:lstStyle/>
          <a:p>
            <a:pPr>
              <a:defRPr/>
            </a:pPr>
            <a:endParaRPr lang="ru-RU"/>
          </a:p>
        </p:txBody>
      </p:sp>
      <p:sp>
        <p:nvSpPr>
          <p:cNvPr id="1962644471" name="Номер слайда 10"/>
          <p:cNvSpPr>
            <a:spLocks noGrp="1"/>
          </p:cNvSpPr>
          <p:nvPr>
            <p:ph type="sldNum" sz="quarter" idx="30"/>
          </p:nvPr>
        </p:nvSpPr>
        <p:spPr bwMode="auto"/>
        <p:txBody>
          <a:bodyPr/>
          <a:lstStyle/>
          <a:p>
            <a:pPr>
              <a:defRPr/>
            </a:pPr>
            <a:fld id="{52DCC5B9-D646-4B76-891F-6FF4E74E9CB4}" type="slidenum">
              <a:rPr lang="ru-RU"/>
              <a:t>‹#›</a:t>
            </a:fld>
            <a:endParaRPr lang="ru-RU"/>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preserve="1" userDrawn="1">
  <p:cSld name="3_Демо_1">
    <p:spTree>
      <p:nvGrpSpPr>
        <p:cNvPr id="1" name=""/>
        <p:cNvGrpSpPr/>
        <p:nvPr/>
      </p:nvGrpSpPr>
      <p:grpSpPr bwMode="auto">
        <a:xfrm>
          <a:off x="0" y="0"/>
          <a:ext cx="0" cy="0"/>
          <a:chOff x="0" y="0"/>
          <a:chExt cx="0" cy="0"/>
        </a:xfrm>
      </p:grpSpPr>
      <p:sp>
        <p:nvSpPr>
          <p:cNvPr id="1075774720" name="Picture Placeholder 1"/>
          <p:cNvSpPr>
            <a:spLocks noGrp="1"/>
          </p:cNvSpPr>
          <p:nvPr>
            <p:ph type="pic" sz="quarter" idx="14"/>
          </p:nvPr>
        </p:nvSpPr>
        <p:spPr bwMode="auto">
          <a:xfrm>
            <a:off x="1001459" y="1038224"/>
            <a:ext cx="1726214" cy="3657600"/>
          </a:xfrm>
          <a:prstGeom prst="roundRect">
            <a:avLst>
              <a:gd name="adj" fmla="val 12528"/>
            </a:avLst>
          </a:prstGeom>
          <a:noFill/>
        </p:spPr>
      </p:sp>
      <p:sp>
        <p:nvSpPr>
          <p:cNvPr id="703720354" name="Picture Placeholder 1"/>
          <p:cNvSpPr>
            <a:spLocks noGrp="1"/>
          </p:cNvSpPr>
          <p:nvPr>
            <p:ph type="pic" sz="quarter" idx="15"/>
          </p:nvPr>
        </p:nvSpPr>
        <p:spPr bwMode="auto">
          <a:xfrm>
            <a:off x="3831097" y="1038224"/>
            <a:ext cx="1726214" cy="3657600"/>
          </a:xfrm>
          <a:prstGeom prst="roundRect">
            <a:avLst>
              <a:gd name="adj" fmla="val 12528"/>
            </a:avLst>
          </a:prstGeom>
          <a:noFill/>
        </p:spPr>
      </p:sp>
      <p:sp>
        <p:nvSpPr>
          <p:cNvPr id="1593114941" name="Picture Placeholder 1"/>
          <p:cNvSpPr>
            <a:spLocks noGrp="1"/>
          </p:cNvSpPr>
          <p:nvPr>
            <p:ph type="pic" sz="quarter" idx="16"/>
          </p:nvPr>
        </p:nvSpPr>
        <p:spPr bwMode="auto">
          <a:xfrm>
            <a:off x="6660734" y="1038224"/>
            <a:ext cx="1726214" cy="3657600"/>
          </a:xfrm>
          <a:prstGeom prst="roundRect">
            <a:avLst>
              <a:gd name="adj" fmla="val 12528"/>
            </a:avLst>
          </a:prstGeom>
          <a:noFill/>
        </p:spPr>
      </p:sp>
      <p:sp>
        <p:nvSpPr>
          <p:cNvPr id="2030694189" name="Picture Placeholder 1"/>
          <p:cNvSpPr>
            <a:spLocks noGrp="1"/>
          </p:cNvSpPr>
          <p:nvPr>
            <p:ph type="pic" sz="quarter" idx="17"/>
          </p:nvPr>
        </p:nvSpPr>
        <p:spPr bwMode="auto">
          <a:xfrm>
            <a:off x="9490368" y="1038224"/>
            <a:ext cx="1726214" cy="3657600"/>
          </a:xfrm>
          <a:prstGeom prst="roundRect">
            <a:avLst>
              <a:gd name="adj" fmla="val 12528"/>
            </a:avLst>
          </a:prstGeom>
          <a:noFill/>
        </p:spPr>
      </p:sp>
      <p:sp>
        <p:nvSpPr>
          <p:cNvPr id="1737233874" name="Дата 3"/>
          <p:cNvSpPr>
            <a:spLocks noGrp="1"/>
          </p:cNvSpPr>
          <p:nvPr>
            <p:ph type="dt" sz="half" idx="2"/>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DC8C16AD-D907-4463-BE30-FCBB33ACAE3F}" type="datetime1">
              <a:rPr lang="ru-RU"/>
              <a:t>29.09.2026</a:t>
            </a:fld>
            <a:endParaRPr lang="ru-RU"/>
          </a:p>
        </p:txBody>
      </p:sp>
      <p:sp>
        <p:nvSpPr>
          <p:cNvPr id="965798316"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1277040919"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
        <p:nvSpPr>
          <p:cNvPr id="106385055" name="Текст 7"/>
          <p:cNvSpPr>
            <a:spLocks noGrp="1"/>
          </p:cNvSpPr>
          <p:nvPr>
            <p:ph type="body" sz="quarter" idx="18"/>
          </p:nvPr>
        </p:nvSpPr>
        <p:spPr bwMode="auto">
          <a:xfrm>
            <a:off x="346076" y="4929435"/>
            <a:ext cx="2739248" cy="1271340"/>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1602651592" name="Текст 7"/>
          <p:cNvSpPr>
            <a:spLocks noGrp="1"/>
          </p:cNvSpPr>
          <p:nvPr>
            <p:ph type="body" sz="quarter" idx="19"/>
          </p:nvPr>
        </p:nvSpPr>
        <p:spPr bwMode="auto">
          <a:xfrm>
            <a:off x="3269562" y="4929435"/>
            <a:ext cx="2739248" cy="1271340"/>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2038088742" name="Текст 7"/>
          <p:cNvSpPr>
            <a:spLocks noGrp="1"/>
          </p:cNvSpPr>
          <p:nvPr>
            <p:ph type="body" sz="quarter" idx="20"/>
          </p:nvPr>
        </p:nvSpPr>
        <p:spPr bwMode="auto">
          <a:xfrm>
            <a:off x="6193048" y="4929435"/>
            <a:ext cx="2739248" cy="1271340"/>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538300396" name="Текст 7"/>
          <p:cNvSpPr>
            <a:spLocks noGrp="1"/>
          </p:cNvSpPr>
          <p:nvPr>
            <p:ph type="body" sz="quarter" idx="21"/>
          </p:nvPr>
        </p:nvSpPr>
        <p:spPr bwMode="auto">
          <a:xfrm>
            <a:off x="9116535" y="4929435"/>
            <a:ext cx="2739248" cy="1271340"/>
          </a:xfrm>
        </p:spPr>
        <p:txBody>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654631895" name="Заголовок 1"/>
          <p:cNvSpPr>
            <a:spLocks noGrp="1"/>
          </p:cNvSpPr>
          <p:nvPr>
            <p:ph type="title"/>
          </p:nvPr>
        </p:nvSpPr>
        <p:spPr bwMode="auto"/>
        <p:txBody>
          <a:bodyPr/>
          <a:lstStyle/>
          <a:p>
            <a:pPr>
              <a:defRPr/>
            </a:pPr>
            <a:r>
              <a:rPr lang="ru-RU"/>
              <a:t>Образец заголовка</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userDrawn="1">
  <p:cSld name="Пустой">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25">
            <a:lum/>
          </a:blip>
          <a:stretch/>
        </a:blipFill>
        <a:effectLst/>
      </p:bgPr>
    </p:bg>
    <p:spTree>
      <p:nvGrpSpPr>
        <p:cNvPr id="1" name=""/>
        <p:cNvGrpSpPr/>
        <p:nvPr/>
      </p:nvGrpSpPr>
      <p:grpSpPr bwMode="auto">
        <a:xfrm>
          <a:off x="0" y="0"/>
          <a:ext cx="0" cy="0"/>
          <a:chOff x="0" y="0"/>
          <a:chExt cx="0" cy="0"/>
        </a:xfrm>
      </p:grpSpPr>
      <p:sp>
        <p:nvSpPr>
          <p:cNvPr id="1844393833" name="Заголовок 1"/>
          <p:cNvSpPr>
            <a:spLocks noGrp="1"/>
          </p:cNvSpPr>
          <p:nvPr>
            <p:ph type="title"/>
          </p:nvPr>
        </p:nvSpPr>
        <p:spPr bwMode="auto">
          <a:xfrm>
            <a:off x="346075" y="421226"/>
            <a:ext cx="9862734" cy="376138"/>
          </a:xfrm>
          <a:prstGeom prst="rect">
            <a:avLst/>
          </a:prstGeom>
        </p:spPr>
        <p:txBody>
          <a:bodyPr vert="horz" lIns="91440" tIns="45720" rIns="91440" bIns="45720" rtlCol="0" anchor="b" anchorCtr="0">
            <a:noAutofit/>
          </a:bodyPr>
          <a:lstStyle/>
          <a:p>
            <a:pPr>
              <a:defRPr/>
            </a:pPr>
            <a:r>
              <a:rPr lang="ru-RU"/>
              <a:t>ОБРАЗЕЦ ЗАГОЛОВКА</a:t>
            </a:r>
            <a:endParaRPr/>
          </a:p>
        </p:txBody>
      </p:sp>
      <p:sp>
        <p:nvSpPr>
          <p:cNvPr id="1840494734" name="Текст 2"/>
          <p:cNvSpPr>
            <a:spLocks noGrp="1"/>
          </p:cNvSpPr>
          <p:nvPr>
            <p:ph type="body" idx="1"/>
          </p:nvPr>
        </p:nvSpPr>
        <p:spPr bwMode="auto">
          <a:xfrm>
            <a:off x="315392" y="1016177"/>
            <a:ext cx="11561229" cy="5160793"/>
          </a:xfrm>
          <a:prstGeom prst="rect">
            <a:avLst/>
          </a:prstGeom>
        </p:spPr>
        <p:txBody>
          <a:bodyPr vert="horz" lIns="91440" tIns="45720" rIns="91440" bIns="45720" rtlCol="0">
            <a:normAutofit/>
          </a:bodyPr>
          <a:lstStyle/>
          <a:p>
            <a:pPr lvl="0">
              <a:defRPr/>
            </a:pPr>
            <a:r>
              <a:rPr lang="ru-RU"/>
              <a:t>Образец текста</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a:t>
            </a:r>
            <a:endParaRPr/>
          </a:p>
        </p:txBody>
      </p:sp>
      <p:sp>
        <p:nvSpPr>
          <p:cNvPr id="1856131003" name="Дата 3"/>
          <p:cNvSpPr>
            <a:spLocks noGrp="1"/>
          </p:cNvSpPr>
          <p:nvPr>
            <p:ph type="dt" sz="half" idx="2"/>
          </p:nvPr>
        </p:nvSpPr>
        <p:spPr bwMode="auto">
          <a:xfrm>
            <a:off x="306390" y="6356362"/>
            <a:ext cx="1047663" cy="365125"/>
          </a:xfrm>
          <a:prstGeom prst="rect">
            <a:avLst/>
          </a:prstGeom>
        </p:spPr>
        <p:txBody>
          <a:bodyPr vert="horz" lIns="91440" tIns="45720" rIns="91440" bIns="45720" rtlCol="0" anchor="ctr"/>
          <a:lstStyle>
            <a:lvl1pPr algn="l">
              <a:defRPr sz="750">
                <a:solidFill>
                  <a:schemeClr val="bg1">
                    <a:lumMod val="95000"/>
                  </a:schemeClr>
                </a:solidFill>
              </a:defRPr>
            </a:lvl1pPr>
          </a:lstStyle>
          <a:p>
            <a:pPr>
              <a:defRPr/>
            </a:pPr>
            <a:fld id="{9D490EE5-ED7D-46E8-8345-A78A0CB0F4A4}" type="datetime1">
              <a:rPr lang="ru-RU"/>
              <a:t>29.09.2026</a:t>
            </a:fld>
            <a:endParaRPr lang="ru-RU"/>
          </a:p>
        </p:txBody>
      </p:sp>
      <p:sp>
        <p:nvSpPr>
          <p:cNvPr id="467085584" name="Нижний колонтитул 4"/>
          <p:cNvSpPr>
            <a:spLocks noGrp="1"/>
          </p:cNvSpPr>
          <p:nvPr>
            <p:ph type="ftr" sz="quarter" idx="3"/>
          </p:nvPr>
        </p:nvSpPr>
        <p:spPr bwMode="auto">
          <a:xfrm>
            <a:off x="1459571" y="6356362"/>
            <a:ext cx="9574782" cy="365125"/>
          </a:xfrm>
          <a:prstGeom prst="rect">
            <a:avLst/>
          </a:prstGeom>
        </p:spPr>
        <p:txBody>
          <a:bodyPr vert="horz" lIns="91440" tIns="45720" rIns="91440" bIns="45720" rtlCol="0" anchor="ctr"/>
          <a:lstStyle>
            <a:lvl1pPr algn="ctr">
              <a:defRPr sz="750">
                <a:solidFill>
                  <a:schemeClr val="bg1">
                    <a:lumMod val="95000"/>
                  </a:schemeClr>
                </a:solidFill>
              </a:defRPr>
            </a:lvl1pPr>
          </a:lstStyle>
          <a:p>
            <a:pPr>
              <a:defRPr/>
            </a:pPr>
            <a:endParaRPr lang="ru-RU"/>
          </a:p>
        </p:txBody>
      </p:sp>
      <p:sp>
        <p:nvSpPr>
          <p:cNvPr id="180817166" name="Номер слайда 5"/>
          <p:cNvSpPr>
            <a:spLocks noGrp="1"/>
          </p:cNvSpPr>
          <p:nvPr>
            <p:ph type="sldNum" sz="quarter" idx="4"/>
          </p:nvPr>
        </p:nvSpPr>
        <p:spPr bwMode="auto">
          <a:xfrm>
            <a:off x="11413507" y="6356357"/>
            <a:ext cx="559119" cy="365125"/>
          </a:xfrm>
          <a:prstGeom prst="rect">
            <a:avLst/>
          </a:prstGeom>
        </p:spPr>
        <p:txBody>
          <a:bodyPr vert="horz" lIns="91440" tIns="45720" rIns="91440" bIns="45720" rtlCol="0" anchor="ctr"/>
          <a:lstStyle>
            <a:lvl1pPr algn="ctr">
              <a:defRPr sz="1200">
                <a:solidFill>
                  <a:schemeClr val="bg1">
                    <a:lumMod val="95000"/>
                  </a:schemeClr>
                </a:solidFill>
              </a:defRPr>
            </a:lvl1pPr>
          </a:lstStyle>
          <a:p>
            <a:pPr>
              <a:defRPr/>
            </a:pPr>
            <a:fld id="{52DCC5B9-D646-4B76-891F-6FF4E74E9CB4}" type="slidenum">
              <a:rPr lang="ru-RU"/>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ftr="0" dt="0"/>
  <p:txStyles>
    <p:titleStyle>
      <a:lvl1pPr algn="l" defTabSz="578755" rtl="0">
        <a:lnSpc>
          <a:spcPct val="90000"/>
        </a:lnSpc>
        <a:spcBef>
          <a:spcPts val="0"/>
        </a:spcBef>
        <a:buNone/>
        <a:defRPr sz="2000" b="1">
          <a:solidFill>
            <a:schemeClr val="bg1">
              <a:lumMod val="95000"/>
            </a:schemeClr>
          </a:solidFill>
          <a:latin typeface="+mj-lt"/>
          <a:ea typeface="+mj-ea"/>
          <a:cs typeface="Amatic SC"/>
        </a:defRPr>
      </a:lvl1pPr>
    </p:titleStyle>
    <p:bodyStyle>
      <a:lvl1pPr marL="144688" indent="-144688" algn="l" defTabSz="578755" rtl="0">
        <a:lnSpc>
          <a:spcPct val="90000"/>
        </a:lnSpc>
        <a:spcBef>
          <a:spcPts val="631"/>
        </a:spcBef>
        <a:buFont typeface="Arial"/>
        <a:buChar char="•"/>
        <a:defRPr sz="145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p:bodyStyle>
    <p:otherStyle>
      <a:defPPr>
        <a:defRPr lang="ru-RU"/>
      </a:defPPr>
      <a:lvl1pPr marL="0" algn="l" defTabSz="578755" rtl="0">
        <a:defRPr sz="1150">
          <a:solidFill>
            <a:schemeClr val="tx1"/>
          </a:solidFill>
          <a:latin typeface="+mn-lt"/>
          <a:ea typeface="+mn-ea"/>
          <a:cs typeface="+mn-cs"/>
        </a:defRPr>
      </a:lvl1pPr>
      <a:lvl2pPr marL="289378" algn="l" defTabSz="578755" rtl="0">
        <a:defRPr sz="1150">
          <a:solidFill>
            <a:schemeClr val="tx1"/>
          </a:solidFill>
          <a:latin typeface="+mn-lt"/>
          <a:ea typeface="+mn-ea"/>
          <a:cs typeface="+mn-cs"/>
        </a:defRPr>
      </a:lvl2pPr>
      <a:lvl3pPr marL="578755" algn="l" defTabSz="578755" rtl="0">
        <a:defRPr sz="1150">
          <a:solidFill>
            <a:schemeClr val="tx1"/>
          </a:solidFill>
          <a:latin typeface="+mn-lt"/>
          <a:ea typeface="+mn-ea"/>
          <a:cs typeface="+mn-cs"/>
        </a:defRPr>
      </a:lvl3pPr>
      <a:lvl4pPr marL="868132" algn="l" defTabSz="578755" rtl="0">
        <a:defRPr sz="1150">
          <a:solidFill>
            <a:schemeClr val="tx1"/>
          </a:solidFill>
          <a:latin typeface="+mn-lt"/>
          <a:ea typeface="+mn-ea"/>
          <a:cs typeface="+mn-cs"/>
        </a:defRPr>
      </a:lvl4pPr>
      <a:lvl5pPr marL="1157510" algn="l" defTabSz="578755" rtl="0">
        <a:defRPr sz="1150">
          <a:solidFill>
            <a:schemeClr val="tx1"/>
          </a:solidFill>
          <a:latin typeface="+mn-lt"/>
          <a:ea typeface="+mn-ea"/>
          <a:cs typeface="+mn-cs"/>
        </a:defRPr>
      </a:lvl5pPr>
      <a:lvl6pPr marL="1446887" algn="l" defTabSz="578755" rtl="0">
        <a:defRPr sz="1150">
          <a:solidFill>
            <a:schemeClr val="tx1"/>
          </a:solidFill>
          <a:latin typeface="+mn-lt"/>
          <a:ea typeface="+mn-ea"/>
          <a:cs typeface="+mn-cs"/>
        </a:defRPr>
      </a:lvl6pPr>
      <a:lvl7pPr marL="1736266" algn="l" defTabSz="578755" rtl="0">
        <a:defRPr sz="1150">
          <a:solidFill>
            <a:schemeClr val="tx1"/>
          </a:solidFill>
          <a:latin typeface="+mn-lt"/>
          <a:ea typeface="+mn-ea"/>
          <a:cs typeface="+mn-cs"/>
        </a:defRPr>
      </a:lvl7pPr>
      <a:lvl8pPr marL="2025644" algn="l" defTabSz="578755" rtl="0">
        <a:defRPr sz="1150">
          <a:solidFill>
            <a:schemeClr val="tx1"/>
          </a:solidFill>
          <a:latin typeface="+mn-lt"/>
          <a:ea typeface="+mn-ea"/>
          <a:cs typeface="+mn-cs"/>
        </a:defRPr>
      </a:lvl8pPr>
      <a:lvl9pPr marL="2315021" algn="l" defTabSz="578755" rtl="0">
        <a:defRPr sz="11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0.jp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71540308" name="Заголовок 2"/>
          <p:cNvSpPr>
            <a:spLocks noGrp="1"/>
          </p:cNvSpPr>
          <p:nvPr>
            <p:ph type="ctrTitle"/>
          </p:nvPr>
        </p:nvSpPr>
        <p:spPr bwMode="auto">
          <a:xfrm>
            <a:off x="1" y="3894513"/>
            <a:ext cx="6271845" cy="1706743"/>
          </a:xfrm>
        </p:spPr>
        <p:txBody>
          <a:bodyPr/>
          <a:lstStyle/>
          <a:p>
            <a:pPr>
              <a:defRPr/>
            </a:pPr>
            <a:r>
              <a:rPr lang="ru-RU" dirty="0"/>
              <a:t>Сингулярность Бытия</a:t>
            </a:r>
          </a:p>
        </p:txBody>
      </p:sp>
      <p:pic>
        <p:nvPicPr>
          <p:cNvPr id="1980201244" name="Департамент финансов города Москвы" descr="Департамент финансов города Москвы"/>
          <p:cNvPicPr>
            <a:picLocks noChangeAspect="1"/>
          </p:cNvPicPr>
          <p:nvPr/>
        </p:nvPicPr>
        <p:blipFill>
          <a:blip r:embed="rId3"/>
          <a:stretch>
            <a:fillRect/>
          </a:stretch>
        </p:blipFill>
        <p:spPr>
          <a:xfrm>
            <a:off x="305186" y="459000"/>
            <a:ext cx="1878734" cy="820000"/>
          </a:xfrm>
          <a:prstGeom prst="rect">
            <a:avLst/>
          </a:prstGeom>
        </p:spPr>
      </p:pic>
      <p:sp>
        <p:nvSpPr>
          <p:cNvPr id="1530299936" name="Текст 4"/>
          <p:cNvSpPr>
            <a:spLocks noGrp="1"/>
          </p:cNvSpPr>
          <p:nvPr>
            <p:ph type="body" sz="quarter" idx="12"/>
          </p:nvPr>
        </p:nvSpPr>
        <p:spPr bwMode="auto">
          <a:xfrm>
            <a:off x="0" y="5659501"/>
            <a:ext cx="8930641" cy="757174"/>
          </a:xfrm>
        </p:spPr>
        <p:txBody>
          <a:bodyPr anchor="ctr"/>
          <a:lstStyle/>
          <a:p>
            <a:pPr marL="560000" indent="0">
              <a:defRPr/>
            </a:pPr>
            <a:r>
              <a:rPr lang="ru-RU" dirty="0"/>
              <a:t>Кейс 06. «Питомец Финни» </a:t>
            </a:r>
            <a:r>
              <a:rPr lang="en-US" dirty="0"/>
              <a:t>-</a:t>
            </a:r>
            <a:r>
              <a:rPr lang="ru-RU" dirty="0"/>
              <a:t> игровой сервис для формирования базовых финансовых навыков у детей 7–11 лет</a:t>
            </a:r>
          </a:p>
        </p:txBody>
      </p:sp>
      <p:sp>
        <p:nvSpPr>
          <p:cNvPr id="435686771" name="Скругленный прямоугольник 1"/>
          <p:cNvSpPr/>
          <p:nvPr/>
        </p:nvSpPr>
        <p:spPr bwMode="auto">
          <a:xfrm>
            <a:off x="-296709" y="-313993"/>
            <a:ext cx="6125156" cy="2285622"/>
          </a:xfrm>
          <a:prstGeom prst="roundRect">
            <a:avLst>
              <a:gd name="adj" fmla="val 9821"/>
            </a:avLst>
          </a:prstGeom>
          <a:noFill/>
          <a:ln w="9525" cap="flat" cmpd="sng" algn="ctr">
            <a:solidFill>
              <a:schemeClr val="accent2"/>
            </a:solidFill>
            <a:prstDash val="solid"/>
            <a:round/>
            <a:headEnd type="none" w="med" len="med"/>
            <a:tailEnd type="none" w="med" len="med"/>
          </a:ln>
        </p:spPr>
        <p:style>
          <a:lnRef idx="0">
            <a:srgbClr val="000000"/>
          </a:lnRef>
          <a:fillRef idx="0">
            <a:srgbClr val="000000"/>
          </a:fillRef>
          <a:effectRef idx="0">
            <a:srgbClr val="000000"/>
          </a:effectRef>
          <a:fontRef idx="minor">
            <a:schemeClr val="accent2"/>
          </a:fontRef>
        </p:style>
        <p:txBody>
          <a:bodyPr rtlCol="0" anchor="t"/>
          <a:lstStyle/>
          <a:p>
            <a:pPr algn="ctr">
              <a:defRPr/>
            </a:pPr>
            <a:endParaRPr lang="ru-RU" b="1">
              <a:solidFill>
                <a:schemeClr val="accen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439860766" name="Прямоугольник 2"/>
          <p:cNvSpPr/>
          <p:nvPr/>
        </p:nvSpPr>
        <p:spPr bwMode="auto">
          <a:xfrm>
            <a:off x="0" y="2971800"/>
            <a:ext cx="6456363" cy="3886200"/>
          </a:xfrm>
          <a:prstGeom prst="rect">
            <a:avLst/>
          </a:prstGeom>
          <a:solidFill>
            <a:srgbClr val="DCCEE4">
              <a:alpha val="49804"/>
            </a:srgbClr>
          </a:solidFill>
          <a:ln>
            <a:noFill/>
          </a:ln>
        </p:spPr>
        <p:style>
          <a:lnRef idx="0">
            <a:srgbClr val="000000"/>
          </a:lnRef>
          <a:fillRef idx="0">
            <a:srgbClr val="000000"/>
          </a:fillRef>
          <a:effectRef idx="0">
            <a:srgbClr val="000000"/>
          </a:effectRef>
          <a:fontRef idx="minor">
            <a:schemeClr val="lt1"/>
          </a:fontRef>
        </p:style>
        <p:txBody>
          <a:bodyPr rtlCol="0" anchor="t"/>
          <a:lstStyle/>
          <a:p>
            <a:pPr algn="ctr">
              <a:defRPr/>
            </a:pPr>
            <a:endParaRPr lang="ru-RU"/>
          </a:p>
        </p:txBody>
      </p:sp>
      <p:sp>
        <p:nvSpPr>
          <p:cNvPr id="403184320" name="Текст 8"/>
          <p:cNvSpPr txBox="1"/>
          <p:nvPr/>
        </p:nvSpPr>
        <p:spPr bwMode="auto">
          <a:xfrm>
            <a:off x="6819904" y="2303118"/>
            <a:ext cx="4945564" cy="668667"/>
          </a:xfrm>
          <a:prstGeom prst="rect">
            <a:avLst/>
          </a:prstGeom>
          <a:ln>
            <a:noFill/>
          </a:ln>
        </p:spPr>
        <p:txBody>
          <a:bodyPr vert="horz" lIns="91440" tIns="45720" rIns="91440" bIns="45720" rtlCol="0">
            <a:normAutofit/>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marL="0" indent="0">
              <a:lnSpc>
                <a:spcPct val="100000"/>
              </a:lnSpc>
              <a:buNone/>
              <a:defRPr/>
            </a:pPr>
            <a:r>
              <a:rPr lang="ru-RU" sz="1600" b="1">
                <a:solidFill>
                  <a:schemeClr val="accent5"/>
                </a:solidFill>
              </a:rPr>
              <a:t>Краткое описание решения:</a:t>
            </a:r>
            <a:endParaRPr/>
          </a:p>
        </p:txBody>
      </p:sp>
      <p:sp>
        <p:nvSpPr>
          <p:cNvPr id="909220102" name="Текст 8"/>
          <p:cNvSpPr txBox="1"/>
          <p:nvPr/>
        </p:nvSpPr>
        <p:spPr bwMode="auto">
          <a:xfrm>
            <a:off x="6836606" y="4876070"/>
            <a:ext cx="4945565" cy="1380000"/>
          </a:xfrm>
          <a:prstGeom prst="rect">
            <a:avLst/>
          </a:prstGeom>
          <a:ln>
            <a:noFill/>
          </a:ln>
        </p:spPr>
        <p:txBody>
          <a:bodyPr vert="horz" lIns="91440" tIns="45720" rIns="91440" bIns="45720" rtlCol="0">
            <a:normAutofit fontScale="92500"/>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marL="0" indent="0">
              <a:lnSpc>
                <a:spcPct val="100000"/>
              </a:lnSpc>
              <a:spcBef>
                <a:spcPts val="0"/>
              </a:spcBef>
              <a:spcAft>
                <a:spcPts val="600"/>
              </a:spcAft>
              <a:buNone/>
              <a:defRPr/>
            </a:pPr>
            <a:r>
              <a:rPr lang="ru-RU" sz="1300" b="1" dirty="0">
                <a:solidFill>
                  <a:schemeClr val="tx1"/>
                </a:solidFill>
              </a:rPr>
              <a:t>Здесь нет уроков и тестов - финансовая грамотность и есть игра. </a:t>
            </a:r>
            <a:r>
              <a:rPr lang="ru-RU" sz="1300" dirty="0">
                <a:solidFill>
                  <a:schemeClr val="tx1"/>
                </a:solidFill>
              </a:rPr>
              <a:t>Ребёнок планирует, выбирает, где дешевле, копит. Ошибка не наказывает, но питомец грустит, а игра подсказывает выход. Это не просто обучающее приложение с кнопками, а игра, ребёнок открывает её не потому, что попросили родители, а чтобы узнать, как там питомец и сколько осталось до мечты.</a:t>
            </a:r>
          </a:p>
        </p:txBody>
      </p:sp>
      <p:sp>
        <p:nvSpPr>
          <p:cNvPr id="903416803" name="Текст 8"/>
          <p:cNvSpPr txBox="1"/>
          <p:nvPr/>
        </p:nvSpPr>
        <p:spPr bwMode="auto">
          <a:xfrm>
            <a:off x="334962" y="3883009"/>
            <a:ext cx="5629858" cy="2399033"/>
          </a:xfrm>
          <a:prstGeom prst="rect">
            <a:avLst/>
          </a:prstGeom>
          <a:ln>
            <a:noFill/>
          </a:ln>
        </p:spPr>
        <p:txBody>
          <a:bodyPr vert="horz" lIns="91440" tIns="45720" rIns="91440" bIns="45720" rtlCol="0">
            <a:normAutofit/>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rtl="0">
              <a:lnSpc>
                <a:spcPct val="120000"/>
              </a:lnSpc>
              <a:spcBef>
                <a:spcPts val="0"/>
              </a:spcBef>
              <a:spcAft>
                <a:spcPts val="0"/>
              </a:spcAft>
              <a:defRPr/>
            </a:pPr>
            <a:r>
              <a:rPr lang="ru-RU" b="1" dirty="0">
                <a:solidFill>
                  <a:schemeClr val="tx1"/>
                </a:solidFill>
              </a:rPr>
              <a:t>Команда: </a:t>
            </a:r>
            <a:r>
              <a:rPr lang="ru-RU" dirty="0">
                <a:solidFill>
                  <a:schemeClr val="tx1"/>
                </a:solidFill>
              </a:rPr>
              <a:t>«Сингулярность Бытия»</a:t>
            </a:r>
          </a:p>
          <a:p>
            <a:pPr rtl="0">
              <a:lnSpc>
                <a:spcPct val="120000"/>
              </a:lnSpc>
              <a:spcBef>
                <a:spcPts val="0"/>
              </a:spcBef>
              <a:spcAft>
                <a:spcPts val="0"/>
              </a:spcAft>
              <a:defRPr/>
            </a:pPr>
            <a:r>
              <a:rPr lang="ru-RU" b="1" dirty="0">
                <a:solidFill>
                  <a:schemeClr val="tx1"/>
                </a:solidFill>
              </a:rPr>
              <a:t>Капитан: </a:t>
            </a:r>
            <a:r>
              <a:rPr lang="ru-RU" dirty="0">
                <a:solidFill>
                  <a:schemeClr val="tx1"/>
                </a:solidFill>
              </a:rPr>
              <a:t>Ким Владимир Дмитриевич</a:t>
            </a:r>
          </a:p>
          <a:p>
            <a:pPr rtl="0">
              <a:lnSpc>
                <a:spcPct val="120000"/>
              </a:lnSpc>
              <a:spcBef>
                <a:spcPts val="0"/>
              </a:spcBef>
              <a:spcAft>
                <a:spcPts val="0"/>
              </a:spcAft>
              <a:defRPr/>
            </a:pPr>
            <a:r>
              <a:rPr lang="ru-RU" b="1" dirty="0">
                <a:solidFill>
                  <a:schemeClr val="tx1"/>
                </a:solidFill>
              </a:rPr>
              <a:t>Кол-во участников: </a:t>
            </a:r>
            <a:r>
              <a:rPr lang="ru-RU" dirty="0">
                <a:solidFill>
                  <a:schemeClr val="tx1"/>
                </a:solidFill>
              </a:rPr>
              <a:t>2 человека</a:t>
            </a:r>
          </a:p>
          <a:p>
            <a:pPr rtl="0">
              <a:lnSpc>
                <a:spcPct val="120000"/>
              </a:lnSpc>
              <a:spcBef>
                <a:spcPts val="0"/>
              </a:spcBef>
              <a:spcAft>
                <a:spcPts val="0"/>
              </a:spcAft>
              <a:defRPr/>
            </a:pPr>
            <a:r>
              <a:rPr lang="ru-RU" b="1" dirty="0">
                <a:solidFill>
                  <a:schemeClr val="tx1"/>
                </a:solidFill>
              </a:rPr>
              <a:t>Краткое описание: </a:t>
            </a:r>
            <a:r>
              <a:rPr lang="ru-RU" dirty="0">
                <a:solidFill>
                  <a:schemeClr val="tx1"/>
                </a:solidFill>
              </a:rPr>
              <a:t>Любители бросать вызов себе и обстоятельствам</a:t>
            </a:r>
          </a:p>
          <a:p>
            <a:pPr rtl="0">
              <a:lnSpc>
                <a:spcPct val="120000"/>
              </a:lnSpc>
              <a:spcBef>
                <a:spcPts val="0"/>
              </a:spcBef>
              <a:spcAft>
                <a:spcPts val="0"/>
              </a:spcAft>
              <a:defRPr/>
            </a:pPr>
            <a:r>
              <a:rPr lang="ru-RU" b="1" dirty="0">
                <a:solidFill>
                  <a:schemeClr val="tx1"/>
                </a:solidFill>
              </a:rPr>
              <a:t>Город и регион: </a:t>
            </a:r>
            <a:r>
              <a:rPr lang="ru-RU" dirty="0">
                <a:solidFill>
                  <a:schemeClr val="tx1"/>
                </a:solidFill>
              </a:rPr>
              <a:t>Москва</a:t>
            </a:r>
          </a:p>
        </p:txBody>
      </p:sp>
      <p:sp>
        <p:nvSpPr>
          <p:cNvPr id="969012789" name="Текст 8"/>
          <p:cNvSpPr txBox="1"/>
          <p:nvPr/>
        </p:nvSpPr>
        <p:spPr bwMode="auto">
          <a:xfrm>
            <a:off x="334962" y="3484785"/>
            <a:ext cx="2990173" cy="353935"/>
          </a:xfrm>
          <a:prstGeom prst="rect">
            <a:avLst/>
          </a:prstGeom>
          <a:ln>
            <a:noFill/>
          </a:ln>
        </p:spPr>
        <p:txBody>
          <a:bodyPr vert="horz" lIns="91440" tIns="45720" rIns="91440" bIns="45720" rtlCol="0">
            <a:normAutofit/>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marL="0" indent="0">
              <a:lnSpc>
                <a:spcPct val="100000"/>
              </a:lnSpc>
              <a:buNone/>
              <a:defRPr/>
            </a:pPr>
            <a:r>
              <a:rPr lang="ru-RU" sz="1600" b="1" dirty="0">
                <a:solidFill>
                  <a:schemeClr val="accent5"/>
                </a:solidFill>
              </a:rPr>
              <a:t>О команде</a:t>
            </a:r>
            <a:endParaRPr dirty="0"/>
          </a:p>
        </p:txBody>
      </p:sp>
      <p:sp>
        <p:nvSpPr>
          <p:cNvPr id="1354354515" name="Заголовок 6"/>
          <p:cNvSpPr>
            <a:spLocks noGrp="1"/>
          </p:cNvSpPr>
          <p:nvPr>
            <p:ph type="title"/>
          </p:nvPr>
        </p:nvSpPr>
        <p:spPr bwMode="auto">
          <a:xfrm>
            <a:off x="6819903" y="1039236"/>
            <a:ext cx="4435119" cy="1015128"/>
          </a:xfrm>
        </p:spPr>
        <p:txBody>
          <a:bodyPr/>
          <a:lstStyle/>
          <a:p>
            <a:pPr>
              <a:defRPr/>
            </a:pPr>
            <a:r>
              <a:rPr lang="ru-RU" sz="3600" dirty="0">
                <a:solidFill>
                  <a:schemeClr val="accent5"/>
                </a:solidFill>
                <a:latin typeface="+mn-lt"/>
                <a:ea typeface="+mn-ea"/>
                <a:cs typeface="+mn-cs"/>
              </a:rPr>
              <a:t>Питомец Финни</a:t>
            </a:r>
          </a:p>
        </p:txBody>
      </p:sp>
      <p:cxnSp>
        <p:nvCxnSpPr>
          <p:cNvPr id="1576870610" name="Прямая соединительная линия 6"/>
          <p:cNvCxnSpPr/>
          <p:nvPr/>
        </p:nvCxnSpPr>
        <p:spPr bwMode="auto">
          <a:xfrm>
            <a:off x="6880774" y="2240031"/>
            <a:ext cx="4884824"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1229339599" name="Прямая соединительная линия 15"/>
          <p:cNvCxnSpPr/>
          <p:nvPr/>
        </p:nvCxnSpPr>
        <p:spPr bwMode="auto">
          <a:xfrm>
            <a:off x="6897347" y="4437879"/>
            <a:ext cx="4884824"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1813831635" name="Прямая соединительная линия 16"/>
          <p:cNvCxnSpPr/>
          <p:nvPr/>
        </p:nvCxnSpPr>
        <p:spPr bwMode="auto">
          <a:xfrm>
            <a:off x="395833" y="3448639"/>
            <a:ext cx="5700167" cy="0"/>
          </a:xfrm>
          <a:prstGeom prst="line">
            <a:avLst/>
          </a:prstGeom>
          <a:ln>
            <a:solidFill>
              <a:schemeClr val="accent5"/>
            </a:solidFill>
          </a:ln>
        </p:spPr>
        <p:style>
          <a:lnRef idx="1">
            <a:schemeClr val="accent2"/>
          </a:lnRef>
          <a:fillRef idx="0">
            <a:schemeClr val="accent2"/>
          </a:fillRef>
          <a:effectRef idx="0">
            <a:schemeClr val="accent2"/>
          </a:effectRef>
          <a:fontRef idx="minor">
            <a:schemeClr val="tx1"/>
          </a:fontRef>
        </p:style>
      </p:cxnSp>
      <p:sp>
        <p:nvSpPr>
          <p:cNvPr id="511354577" name="Текст 8"/>
          <p:cNvSpPr txBox="1"/>
          <p:nvPr/>
        </p:nvSpPr>
        <p:spPr bwMode="auto">
          <a:xfrm>
            <a:off x="6819904" y="4541737"/>
            <a:ext cx="4945564" cy="668667"/>
          </a:xfrm>
          <a:prstGeom prst="rect">
            <a:avLst/>
          </a:prstGeom>
          <a:ln>
            <a:noFill/>
          </a:ln>
        </p:spPr>
        <p:txBody>
          <a:bodyPr vert="horz" lIns="91440" tIns="45720" rIns="91440" bIns="45720" rtlCol="0">
            <a:normAutofit/>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marL="0" indent="0">
              <a:lnSpc>
                <a:spcPct val="100000"/>
              </a:lnSpc>
              <a:buNone/>
              <a:defRPr/>
            </a:pPr>
            <a:r>
              <a:rPr lang="ru-RU" sz="1600" b="1">
                <a:solidFill>
                  <a:schemeClr val="accent5"/>
                </a:solidFill>
              </a:rPr>
              <a:t>Уникальность решения:</a:t>
            </a:r>
            <a:endParaRPr/>
          </a:p>
        </p:txBody>
      </p:sp>
      <p:sp>
        <p:nvSpPr>
          <p:cNvPr id="1390648030" name="Текст 8"/>
          <p:cNvSpPr txBox="1"/>
          <p:nvPr/>
        </p:nvSpPr>
        <p:spPr bwMode="auto">
          <a:xfrm>
            <a:off x="6808027" y="2619903"/>
            <a:ext cx="5049011" cy="1850000"/>
          </a:xfrm>
          <a:prstGeom prst="rect">
            <a:avLst/>
          </a:prstGeom>
          <a:ln>
            <a:noFill/>
          </a:ln>
        </p:spPr>
        <p:txBody>
          <a:bodyPr vert="horz" lIns="91440" tIns="45720" rIns="91440" bIns="45720" rtlCol="0">
            <a:normAutofit lnSpcReduction="10000"/>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marL="0" indent="0">
              <a:lnSpc>
                <a:spcPct val="100000"/>
              </a:lnSpc>
              <a:spcBef>
                <a:spcPts val="0"/>
              </a:spcBef>
              <a:spcAft>
                <a:spcPts val="600"/>
              </a:spcAft>
              <a:buNone/>
              <a:defRPr/>
            </a:pPr>
            <a:r>
              <a:rPr lang="ru-RU" sz="1200" dirty="0">
                <a:solidFill>
                  <a:schemeClr val="tx1"/>
                </a:solidFill>
              </a:rPr>
              <a:t>Ребёнок заводит своего питомца </a:t>
            </a:r>
            <a:r>
              <a:rPr lang="en-US" sz="1200" dirty="0">
                <a:solidFill>
                  <a:schemeClr val="tx1"/>
                </a:solidFill>
              </a:rPr>
              <a:t>-</a:t>
            </a:r>
            <a:r>
              <a:rPr lang="ru-RU" sz="1200" dirty="0">
                <a:solidFill>
                  <a:schemeClr val="tx1"/>
                </a:solidFill>
              </a:rPr>
              <a:t> кота, зайку или щенка </a:t>
            </a:r>
            <a:r>
              <a:rPr lang="en-US" sz="1200" dirty="0">
                <a:solidFill>
                  <a:schemeClr val="tx1"/>
                </a:solidFill>
              </a:rPr>
              <a:t>- </a:t>
            </a:r>
            <a:r>
              <a:rPr lang="ru-RU" sz="1200" dirty="0">
                <a:solidFill>
                  <a:schemeClr val="tx1"/>
                </a:solidFill>
              </a:rPr>
              <a:t>и живёт с ним в городке. Каждую неделю почтальон приносит конверт</a:t>
            </a:r>
            <a:r>
              <a:rPr lang="en-US" sz="1200" dirty="0">
                <a:solidFill>
                  <a:schemeClr val="tx1"/>
                </a:solidFill>
              </a:rPr>
              <a:t> </a:t>
            </a:r>
            <a:r>
              <a:rPr lang="ru-RU" sz="1200" dirty="0">
                <a:solidFill>
                  <a:schemeClr val="tx1"/>
                </a:solidFill>
              </a:rPr>
              <a:t>со 100 монетами. Необходимо разложить их по категориям «Нужное», «Хочу» и «В копилку» - и в лавку, корм на рынке у реки стоит 20, а у Фомы - 30. Не хватает на самокат мечты? Можно подработать у Бори в пекарне и собери поднос по заказу покупателя.</a:t>
            </a:r>
          </a:p>
          <a:p>
            <a:pPr marL="0" indent="0">
              <a:lnSpc>
                <a:spcPct val="100000"/>
              </a:lnSpc>
              <a:spcBef>
                <a:spcPts val="0"/>
              </a:spcBef>
              <a:spcAft>
                <a:spcPts val="600"/>
              </a:spcAft>
              <a:buNone/>
              <a:defRPr/>
            </a:pPr>
            <a:r>
              <a:rPr lang="ru-RU" sz="1200" b="1" dirty="0">
                <a:solidFill>
                  <a:schemeClr val="tx1"/>
                </a:solidFill>
              </a:rPr>
              <a:t>В конце недели подводится итог, получилось действовать в соответствии с планом и перешел ли питомец на новую стадию роста.</a:t>
            </a:r>
          </a:p>
        </p:txBody>
      </p:sp>
      <p:sp>
        <p:nvSpPr>
          <p:cNvPr id="676173727" name="Номер слайда 35"/>
          <p:cNvSpPr txBox="1"/>
          <p:nvPr/>
        </p:nvSpPr>
        <p:spPr bwMode="auto">
          <a:xfrm>
            <a:off x="11413507" y="6356357"/>
            <a:ext cx="559119" cy="365125"/>
          </a:xfrm>
          <a:prstGeom prst="rect">
            <a:avLst/>
          </a:prstGeom>
        </p:spPr>
        <p:txBody>
          <a:bodyPr/>
          <a:lstStyle>
            <a:defPPr>
              <a:defRPr lang="ru-RU"/>
            </a:defPPr>
            <a:lvl1pPr marL="0" algn="l" defTabSz="914220" rtl="0">
              <a:defRPr sz="1800">
                <a:solidFill>
                  <a:schemeClr val="tx1"/>
                </a:solidFill>
                <a:latin typeface="+mn-lt"/>
                <a:ea typeface="+mn-ea"/>
                <a:cs typeface="+mn-cs"/>
              </a:defRPr>
            </a:lvl1pPr>
            <a:lvl2pPr marL="457110" algn="l" defTabSz="914220" rtl="0">
              <a:defRPr sz="1800">
                <a:solidFill>
                  <a:schemeClr val="tx1"/>
                </a:solidFill>
                <a:latin typeface="+mn-lt"/>
                <a:ea typeface="+mn-ea"/>
                <a:cs typeface="+mn-cs"/>
              </a:defRPr>
            </a:lvl2pPr>
            <a:lvl3pPr marL="914220" algn="l" defTabSz="914220" rtl="0">
              <a:defRPr sz="1800">
                <a:solidFill>
                  <a:schemeClr val="tx1"/>
                </a:solidFill>
                <a:latin typeface="+mn-lt"/>
                <a:ea typeface="+mn-ea"/>
                <a:cs typeface="+mn-cs"/>
              </a:defRPr>
            </a:lvl3pPr>
            <a:lvl4pPr marL="1371329" algn="l" defTabSz="914220" rtl="0">
              <a:defRPr sz="1800">
                <a:solidFill>
                  <a:schemeClr val="tx1"/>
                </a:solidFill>
                <a:latin typeface="+mn-lt"/>
                <a:ea typeface="+mn-ea"/>
                <a:cs typeface="+mn-cs"/>
              </a:defRPr>
            </a:lvl4pPr>
            <a:lvl5pPr marL="1828439" algn="l" defTabSz="914220" rtl="0">
              <a:defRPr sz="1800">
                <a:solidFill>
                  <a:schemeClr val="tx1"/>
                </a:solidFill>
                <a:latin typeface="+mn-lt"/>
                <a:ea typeface="+mn-ea"/>
                <a:cs typeface="+mn-cs"/>
              </a:defRPr>
            </a:lvl5pPr>
            <a:lvl6pPr marL="2285549" algn="l" defTabSz="914220" rtl="0">
              <a:defRPr sz="1800">
                <a:solidFill>
                  <a:schemeClr val="tx1"/>
                </a:solidFill>
                <a:latin typeface="+mn-lt"/>
                <a:ea typeface="+mn-ea"/>
                <a:cs typeface="+mn-cs"/>
              </a:defRPr>
            </a:lvl6pPr>
            <a:lvl7pPr marL="2742658" algn="l" defTabSz="914220" rtl="0">
              <a:defRPr sz="1800">
                <a:solidFill>
                  <a:schemeClr val="tx1"/>
                </a:solidFill>
                <a:latin typeface="+mn-lt"/>
                <a:ea typeface="+mn-ea"/>
                <a:cs typeface="+mn-cs"/>
              </a:defRPr>
            </a:lvl7pPr>
            <a:lvl8pPr marL="3199765" algn="l" defTabSz="914220" rtl="0">
              <a:defRPr sz="1800">
                <a:solidFill>
                  <a:schemeClr val="tx1"/>
                </a:solidFill>
                <a:latin typeface="+mn-lt"/>
                <a:ea typeface="+mn-ea"/>
                <a:cs typeface="+mn-cs"/>
              </a:defRPr>
            </a:lvl8pPr>
            <a:lvl9pPr marL="3656877" algn="l" defTabSz="914220" rtl="0">
              <a:defRPr sz="1800">
                <a:solidFill>
                  <a:schemeClr val="tx1"/>
                </a:solidFill>
                <a:latin typeface="+mn-lt"/>
                <a:ea typeface="+mn-ea"/>
                <a:cs typeface="+mn-cs"/>
              </a:defRPr>
            </a:lvl9pPr>
          </a:lstStyle>
          <a:p>
            <a:pPr algn="ctr">
              <a:defRPr/>
            </a:pPr>
            <a:fld id="{52DCC5B9-D646-4B76-891F-6FF4E74E9CB4}" type="slidenum">
              <a:rPr lang="ru-RU" sz="1200">
                <a:solidFill>
                  <a:schemeClr val="accent5"/>
                </a:solidFill>
              </a:rPr>
              <a:t>2</a:t>
            </a:fld>
            <a:endParaRPr lang="ru-RU" sz="1200">
              <a:solidFill>
                <a:schemeClr val="accent5"/>
              </a:solidFill>
            </a:endParaRPr>
          </a:p>
        </p:txBody>
      </p:sp>
      <p:pic>
        <p:nvPicPr>
          <p:cNvPr id="3" name="Picture 2" descr="A screenshot of a video game&#10;&#10;AI-generated content may be incorrect.">
            <a:extLst>
              <a:ext uri="{FF2B5EF4-FFF2-40B4-BE49-F238E27FC236}">
                <a16:creationId xmlns:a16="http://schemas.microsoft.com/office/drawing/2014/main" id="{5B600E75-BF16-4284-C5CF-A985C393CD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4267" y="307095"/>
            <a:ext cx="1450975" cy="2579511"/>
          </a:xfrm>
          <a:prstGeom prst="rect">
            <a:avLst/>
          </a:prstGeom>
        </p:spPr>
      </p:pic>
      <p:pic>
        <p:nvPicPr>
          <p:cNvPr id="5" name="Picture 4" descr="A screenshot of a phone&#10;&#10;AI-generated content may be incorrect.">
            <a:extLst>
              <a:ext uri="{FF2B5EF4-FFF2-40B4-BE49-F238E27FC236}">
                <a16:creationId xmlns:a16="http://schemas.microsoft.com/office/drawing/2014/main" id="{E88C3DCF-FA76-6DE4-468C-DC9AC0F3C2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14385" y="307095"/>
            <a:ext cx="1450975" cy="2579511"/>
          </a:xfrm>
          <a:prstGeom prst="rect">
            <a:avLst/>
          </a:prstGeom>
        </p:spPr>
      </p:pic>
      <p:pic>
        <p:nvPicPr>
          <p:cNvPr id="7" name="Picture 6" descr="A screenshot of a game&#10;&#10;AI-generated content may be incorrect.">
            <a:extLst>
              <a:ext uri="{FF2B5EF4-FFF2-40B4-BE49-F238E27FC236}">
                <a16:creationId xmlns:a16="http://schemas.microsoft.com/office/drawing/2014/main" id="{58838954-8627-2EEE-12FA-D724318EA8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25135" y="300132"/>
            <a:ext cx="1450975" cy="2579511"/>
          </a:xfrm>
          <a:prstGeom prst="rect">
            <a:avLst/>
          </a:prstGeom>
        </p:spPr>
      </p:pic>
      <p:pic>
        <p:nvPicPr>
          <p:cNvPr id="9" name="Picture 8" descr="A screenshot of a game&#10;&#10;AI-generated content may be incorrect.">
            <a:extLst>
              <a:ext uri="{FF2B5EF4-FFF2-40B4-BE49-F238E27FC236}">
                <a16:creationId xmlns:a16="http://schemas.microsoft.com/office/drawing/2014/main" id="{918D7F87-9B0C-0697-DF7A-ADD87B8CA3C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21073" y="301560"/>
            <a:ext cx="1450172" cy="257808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473428534" name="Скругленный прямоугольник 55"/>
          <p:cNvSpPr/>
          <p:nvPr/>
        </p:nvSpPr>
        <p:spPr bwMode="auto">
          <a:xfrm>
            <a:off x="6233160" y="1522006"/>
            <a:ext cx="2192713" cy="4834351"/>
          </a:xfrm>
          <a:prstGeom prst="roundRect">
            <a:avLst>
              <a:gd name="adj" fmla="val 9821"/>
            </a:avLst>
          </a:prstGeom>
          <a:solidFill>
            <a:schemeClr val="bg1"/>
          </a:solidFill>
          <a:ln w="9525" cap="flat" cmpd="sng" algn="ctr">
            <a:noFill/>
            <a:prstDash val="solid"/>
            <a:round/>
            <a:headEnd type="none" w="med" len="med"/>
            <a:tailEnd type="none" w="med" len="med"/>
          </a:ln>
        </p:spPr>
        <p:style>
          <a:lnRef idx="0">
            <a:srgbClr val="000000"/>
          </a:lnRef>
          <a:fillRef idx="0">
            <a:srgbClr val="000000"/>
          </a:fillRef>
          <a:effectRef idx="0">
            <a:srgbClr val="000000"/>
          </a:effectRef>
          <a:fontRef idx="minor">
            <a:schemeClr val="accent2"/>
          </a:fontRef>
        </p:style>
        <p:txBody>
          <a:bodyPr rtlCol="0" anchor="t"/>
          <a:lstStyle/>
          <a:p>
            <a:pPr algn="ctr">
              <a:defRPr/>
            </a:pPr>
            <a:endParaRPr lang="ru-RU" b="1" dirty="0">
              <a:solidFill>
                <a:schemeClr val="accent2"/>
              </a:solidFill>
            </a:endParaRPr>
          </a:p>
        </p:txBody>
      </p:sp>
      <p:sp>
        <p:nvSpPr>
          <p:cNvPr id="476079734" name="Текст 8"/>
          <p:cNvSpPr txBox="1"/>
          <p:nvPr/>
        </p:nvSpPr>
        <p:spPr bwMode="auto">
          <a:xfrm>
            <a:off x="6405444" y="4503470"/>
            <a:ext cx="1894354" cy="1371170"/>
          </a:xfrm>
          <a:prstGeom prst="rect">
            <a:avLst/>
          </a:prstGeom>
          <a:ln>
            <a:noFill/>
          </a:ln>
        </p:spPr>
        <p:txBody>
          <a:bodyPr vert="horz" lIns="91440" tIns="45720" rIns="91440" bIns="45720" rtlCol="0">
            <a:normAutofit/>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a:spcBef>
                <a:spcPts val="600"/>
              </a:spcBef>
              <a:buFont typeface="Arial"/>
              <a:buChar char="•"/>
              <a:defRPr/>
            </a:pPr>
            <a:r>
              <a:rPr lang="ru-RU" sz="1200" dirty="0">
                <a:solidFill>
                  <a:schemeClr val="tx1"/>
                </a:solidFill>
              </a:rPr>
              <a:t>Роль в команде: разработка, продакт </a:t>
            </a:r>
            <a:br>
              <a:rPr lang="ru-RU" sz="1200" dirty="0">
                <a:solidFill>
                  <a:schemeClr val="tx1"/>
                </a:solidFill>
              </a:rPr>
            </a:br>
            <a:endParaRPr lang="ru-RU" sz="1600" dirty="0"/>
          </a:p>
          <a:p>
            <a:pPr>
              <a:spcBef>
                <a:spcPts val="0"/>
              </a:spcBef>
              <a:buFont typeface="Arial"/>
              <a:buChar char="•"/>
              <a:defRPr/>
            </a:pPr>
            <a:r>
              <a:rPr lang="ru-RU" sz="1200" dirty="0" err="1">
                <a:solidFill>
                  <a:schemeClr val="tx1"/>
                </a:solidFill>
              </a:rPr>
              <a:t>тг</a:t>
            </a:r>
            <a:r>
              <a:rPr lang="ru-RU" sz="1200" dirty="0">
                <a:solidFill>
                  <a:schemeClr val="tx1"/>
                </a:solidFill>
              </a:rPr>
              <a:t>: </a:t>
            </a:r>
            <a:r>
              <a:rPr lang="en-US" sz="1200" dirty="0">
                <a:solidFill>
                  <a:schemeClr val="tx1"/>
                </a:solidFill>
              </a:rPr>
              <a:t>@</a:t>
            </a:r>
            <a:r>
              <a:rPr lang="en-US" sz="1200" dirty="0" err="1">
                <a:solidFill>
                  <a:schemeClr val="tx1"/>
                </a:solidFill>
              </a:rPr>
              <a:t>deniszierpka</a:t>
            </a:r>
            <a:endParaRPr lang="en-US" sz="1600" dirty="0"/>
          </a:p>
          <a:p>
            <a:pPr>
              <a:spcBef>
                <a:spcPts val="0"/>
              </a:spcBef>
              <a:buFont typeface="Arial"/>
              <a:buChar char="•"/>
              <a:defRPr/>
            </a:pPr>
            <a:r>
              <a:rPr lang="en-US" sz="1200" dirty="0">
                <a:solidFill>
                  <a:schemeClr val="tx1"/>
                </a:solidFill>
              </a:rPr>
              <a:t>+79312337630</a:t>
            </a:r>
            <a:endParaRPr lang="en-US" sz="1600" dirty="0"/>
          </a:p>
          <a:p>
            <a:pPr>
              <a:spcBef>
                <a:spcPts val="0"/>
              </a:spcBef>
              <a:buFont typeface="Arial"/>
              <a:buChar char="•"/>
              <a:defRPr/>
            </a:pPr>
            <a:r>
              <a:rPr lang="ru-RU" sz="1200" dirty="0">
                <a:solidFill>
                  <a:schemeClr val="tx1"/>
                </a:solidFill>
              </a:rPr>
              <a:t>МФТИ</a:t>
            </a:r>
          </a:p>
        </p:txBody>
      </p:sp>
      <p:sp>
        <p:nvSpPr>
          <p:cNvPr id="81968313" name="Текст 8"/>
          <p:cNvSpPr txBox="1"/>
          <p:nvPr/>
        </p:nvSpPr>
        <p:spPr bwMode="auto">
          <a:xfrm>
            <a:off x="6405443" y="3622118"/>
            <a:ext cx="1722566" cy="627910"/>
          </a:xfrm>
          <a:prstGeom prst="rect">
            <a:avLst/>
          </a:prstGeom>
          <a:ln>
            <a:noFill/>
          </a:ln>
        </p:spPr>
        <p:txBody>
          <a:bodyPr vert="horz" lIns="91440" tIns="45720" rIns="91440" bIns="45720" rtlCol="0">
            <a:normAutofit/>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marL="0" indent="0">
              <a:buNone/>
              <a:defRPr/>
            </a:pPr>
            <a:r>
              <a:rPr lang="ru-RU" sz="1600" b="1">
                <a:solidFill>
                  <a:schemeClr val="accent5"/>
                </a:solidFill>
              </a:rPr>
              <a:t>Денис Цирпка</a:t>
            </a:r>
            <a:endParaRPr/>
          </a:p>
        </p:txBody>
      </p:sp>
      <p:sp>
        <p:nvSpPr>
          <p:cNvPr id="714409452" name="Скругленный прямоугольник 16"/>
          <p:cNvSpPr/>
          <p:nvPr/>
        </p:nvSpPr>
        <p:spPr bwMode="auto">
          <a:xfrm>
            <a:off x="3766127" y="1522006"/>
            <a:ext cx="2192713" cy="4834351"/>
          </a:xfrm>
          <a:prstGeom prst="roundRect">
            <a:avLst>
              <a:gd name="adj" fmla="val 9821"/>
            </a:avLst>
          </a:prstGeom>
          <a:solidFill>
            <a:schemeClr val="bg1"/>
          </a:solidFill>
          <a:ln w="9525" cap="flat" cmpd="sng" algn="ctr">
            <a:noFill/>
            <a:prstDash val="solid"/>
            <a:round/>
            <a:headEnd type="none" w="med" len="med"/>
            <a:tailEnd type="none" w="med" len="med"/>
          </a:ln>
        </p:spPr>
        <p:style>
          <a:lnRef idx="0">
            <a:srgbClr val="000000"/>
          </a:lnRef>
          <a:fillRef idx="0">
            <a:srgbClr val="000000"/>
          </a:fillRef>
          <a:effectRef idx="0">
            <a:srgbClr val="000000"/>
          </a:effectRef>
          <a:fontRef idx="minor">
            <a:schemeClr val="accent2"/>
          </a:fontRef>
        </p:style>
        <p:txBody>
          <a:bodyPr rtlCol="0" anchor="t"/>
          <a:lstStyle/>
          <a:p>
            <a:pPr algn="ctr">
              <a:defRPr/>
            </a:pPr>
            <a:endParaRPr lang="ru-RU" b="1">
              <a:solidFill>
                <a:schemeClr val="accent2"/>
              </a:solidFill>
            </a:endParaRPr>
          </a:p>
        </p:txBody>
      </p:sp>
      <p:sp>
        <p:nvSpPr>
          <p:cNvPr id="640530031" name="Скругленный прямоугольник 12"/>
          <p:cNvSpPr/>
          <p:nvPr/>
        </p:nvSpPr>
        <p:spPr bwMode="auto">
          <a:xfrm>
            <a:off x="346075" y="324562"/>
            <a:ext cx="3952656" cy="620919"/>
          </a:xfrm>
          <a:prstGeom prst="roundRect">
            <a:avLst>
              <a:gd name="adj" fmla="val 18706"/>
            </a:avLst>
          </a:prstGeom>
          <a:solidFill>
            <a:schemeClr val="accent1"/>
          </a:solidFill>
          <a:ln>
            <a:noFill/>
          </a:ln>
        </p:spPr>
        <p:style>
          <a:lnRef idx="0">
            <a:srgbClr val="000000"/>
          </a:lnRef>
          <a:fillRef idx="0">
            <a:srgbClr val="000000"/>
          </a:fillRef>
          <a:effectRef idx="0">
            <a:srgbClr val="000000"/>
          </a:effectRef>
          <a:fontRef idx="minor">
            <a:schemeClr val="lt1"/>
          </a:fontRef>
        </p:style>
        <p:txBody>
          <a:bodyPr rtlCol="0" anchor="t"/>
          <a:lstStyle/>
          <a:p>
            <a:pPr algn="ctr">
              <a:defRPr/>
            </a:pPr>
            <a:endParaRPr lang="ru-RU" b="1">
              <a:solidFill>
                <a:schemeClr val="accent2"/>
              </a:solidFill>
            </a:endParaRPr>
          </a:p>
        </p:txBody>
      </p:sp>
      <p:sp>
        <p:nvSpPr>
          <p:cNvPr id="836970881" name="Номер слайда 17"/>
          <p:cNvSpPr>
            <a:spLocks noGrp="1"/>
          </p:cNvSpPr>
          <p:nvPr>
            <p:ph type="sldNum" sz="quarter" idx="4"/>
          </p:nvPr>
        </p:nvSpPr>
        <p:spPr bwMode="auto"/>
        <p:txBody>
          <a:bodyPr/>
          <a:lstStyle/>
          <a:p>
            <a:pPr>
              <a:defRPr/>
            </a:pPr>
            <a:fld id="{52DCC5B9-D646-4B76-891F-6FF4E74E9CB4}" type="slidenum">
              <a:rPr lang="ru-RU">
                <a:solidFill>
                  <a:schemeClr val="bg1"/>
                </a:solidFill>
              </a:rPr>
              <a:t>3</a:t>
            </a:fld>
            <a:endParaRPr lang="ru-RU">
              <a:solidFill>
                <a:schemeClr val="bg1"/>
              </a:solidFill>
            </a:endParaRPr>
          </a:p>
        </p:txBody>
      </p:sp>
      <p:pic>
        <p:nvPicPr>
          <p:cNvPr id="7" name="Picture Placeholder 6" descr="A person sitting at a desk with a computer&#10;&#10;AI-generated content may be incorrect.">
            <a:extLst>
              <a:ext uri="{FF2B5EF4-FFF2-40B4-BE49-F238E27FC236}">
                <a16:creationId xmlns:a16="http://schemas.microsoft.com/office/drawing/2014/main" id="{EDB4A46D-3FB5-43EF-8B94-89E1FBD9BF35}"/>
              </a:ext>
            </a:extLst>
          </p:cNvPr>
          <p:cNvPicPr>
            <a:picLocks noGrp="1" noChangeAspect="1"/>
          </p:cNvPicPr>
          <p:nvPr>
            <p:ph type="pic" sz="quarter" idx="4294967295"/>
          </p:nvPr>
        </p:nvPicPr>
        <p:blipFill>
          <a:blip r:embed="rId4">
            <a:extLst>
              <a:ext uri="{28A0092B-C50C-407E-A947-70E740481C1C}">
                <a14:useLocalDpi xmlns:a14="http://schemas.microsoft.com/office/drawing/2010/main" val="0"/>
              </a:ext>
            </a:extLst>
          </a:blip>
          <a:srcRect t="16198" b="16198"/>
          <a:stretch>
            <a:fillRect/>
          </a:stretch>
        </p:blipFill>
        <p:spPr bwMode="auto">
          <a:xfrm>
            <a:off x="4002088" y="1816100"/>
            <a:ext cx="1722437" cy="1552575"/>
          </a:xfrm>
        </p:spPr>
      </p:pic>
      <p:pic>
        <p:nvPicPr>
          <p:cNvPr id="5" name="Picture Placeholder 4">
            <a:extLst>
              <a:ext uri="{FF2B5EF4-FFF2-40B4-BE49-F238E27FC236}">
                <a16:creationId xmlns:a16="http://schemas.microsoft.com/office/drawing/2014/main" id="{1D8DD651-D67C-E161-E783-ADE532772D77}"/>
              </a:ext>
            </a:extLst>
          </p:cNvPr>
          <p:cNvPicPr>
            <a:picLocks noGrp="1" noChangeAspect="1"/>
          </p:cNvPicPr>
          <p:nvPr>
            <p:ph type="pic" sz="quarter" idx="4294967295"/>
          </p:nvPr>
        </p:nvPicPr>
        <p:blipFill>
          <a:blip r:embed="rId5">
            <a:extLst>
              <a:ext uri="{28A0092B-C50C-407E-A947-70E740481C1C}">
                <a14:useLocalDpi xmlns:a14="http://schemas.microsoft.com/office/drawing/2010/main" val="0"/>
              </a:ext>
            </a:extLst>
          </a:blip>
          <a:srcRect t="10819" b="10819"/>
          <a:stretch/>
        </p:blipFill>
        <p:spPr bwMode="auto">
          <a:xfrm>
            <a:off x="6467475" y="1827213"/>
            <a:ext cx="1724025" cy="1541462"/>
          </a:xfrm>
        </p:spPr>
      </p:pic>
      <p:sp>
        <p:nvSpPr>
          <p:cNvPr id="202548138" name="Заголовок 6"/>
          <p:cNvSpPr>
            <a:spLocks noGrp="1"/>
          </p:cNvSpPr>
          <p:nvPr>
            <p:ph type="title"/>
          </p:nvPr>
        </p:nvSpPr>
        <p:spPr bwMode="auto">
          <a:xfrm>
            <a:off x="518359" y="449787"/>
            <a:ext cx="9862734" cy="376138"/>
          </a:xfrm>
        </p:spPr>
        <p:txBody>
          <a:bodyPr/>
          <a:lstStyle/>
          <a:p>
            <a:pPr algn="l">
              <a:defRPr/>
            </a:pPr>
            <a:r>
              <a:rPr lang="ru-RU"/>
              <a:t>НАША КОМАНДА</a:t>
            </a:r>
          </a:p>
        </p:txBody>
      </p:sp>
      <p:sp>
        <p:nvSpPr>
          <p:cNvPr id="1511475004" name="Текст 8"/>
          <p:cNvSpPr>
            <a:spLocks noGrp="1"/>
          </p:cNvSpPr>
          <p:nvPr>
            <p:ph type="body" sz="quarter" idx="27"/>
          </p:nvPr>
        </p:nvSpPr>
        <p:spPr bwMode="auto">
          <a:xfrm>
            <a:off x="3938411" y="4503470"/>
            <a:ext cx="1894354" cy="1371169"/>
          </a:xfrm>
        </p:spPr>
        <p:txBody>
          <a:bodyPr>
            <a:normAutofit/>
          </a:bodyPr>
          <a:lstStyle/>
          <a:p>
            <a:pPr rtl="0">
              <a:spcBef>
                <a:spcPts val="600"/>
              </a:spcBef>
              <a:spcAft>
                <a:spcPts val="0"/>
              </a:spcAft>
              <a:buFont typeface="Arial"/>
              <a:buChar char="•"/>
              <a:defRPr/>
            </a:pPr>
            <a:r>
              <a:rPr lang="ru-RU" sz="1200" dirty="0">
                <a:solidFill>
                  <a:schemeClr val="tx1"/>
                </a:solidFill>
              </a:rPr>
              <a:t>Роль в команде: разработка, </a:t>
            </a:r>
            <a:r>
              <a:rPr lang="ru-RU" sz="1200" dirty="0" err="1">
                <a:solidFill>
                  <a:schemeClr val="tx1"/>
                </a:solidFill>
              </a:rPr>
              <a:t>вайбкодинг</a:t>
            </a:r>
            <a:br>
              <a:rPr lang="ru-RU" sz="1200" dirty="0">
                <a:solidFill>
                  <a:schemeClr val="tx1"/>
                </a:solidFill>
              </a:rPr>
            </a:br>
            <a:endParaRPr dirty="0"/>
          </a:p>
          <a:p>
            <a:pPr rtl="0">
              <a:spcBef>
                <a:spcPts val="0"/>
              </a:spcBef>
              <a:spcAft>
                <a:spcPts val="0"/>
              </a:spcAft>
              <a:buFont typeface="Arial"/>
              <a:buChar char="•"/>
              <a:defRPr/>
            </a:pPr>
            <a:r>
              <a:rPr lang="ru-RU" sz="1200" dirty="0" err="1">
                <a:solidFill>
                  <a:schemeClr val="tx1"/>
                </a:solidFill>
              </a:rPr>
              <a:t>Тг</a:t>
            </a:r>
            <a:r>
              <a:rPr lang="ru-RU" sz="1200" dirty="0">
                <a:solidFill>
                  <a:schemeClr val="tx1"/>
                </a:solidFill>
              </a:rPr>
              <a:t>: </a:t>
            </a:r>
            <a:r>
              <a:rPr lang="en-US" sz="1200" dirty="0">
                <a:solidFill>
                  <a:schemeClr val="tx1"/>
                </a:solidFill>
              </a:rPr>
              <a:t>@</a:t>
            </a:r>
            <a:r>
              <a:rPr lang="en-US" sz="1200" dirty="0" err="1">
                <a:solidFill>
                  <a:schemeClr val="tx1"/>
                </a:solidFill>
              </a:rPr>
              <a:t>JlPOCTO</a:t>
            </a:r>
            <a:endParaRPr lang="ru-RU" dirty="0"/>
          </a:p>
          <a:p>
            <a:pPr rtl="0">
              <a:spcBef>
                <a:spcPts val="0"/>
              </a:spcBef>
              <a:spcAft>
                <a:spcPts val="0"/>
              </a:spcAft>
              <a:buFont typeface="Arial"/>
              <a:buChar char="•"/>
              <a:defRPr/>
            </a:pPr>
            <a:r>
              <a:rPr lang="ru-RU" sz="1200" dirty="0">
                <a:solidFill>
                  <a:schemeClr val="tx1"/>
                </a:solidFill>
              </a:rPr>
              <a:t>+79312880789</a:t>
            </a:r>
            <a:endParaRPr dirty="0"/>
          </a:p>
          <a:p>
            <a:pPr rtl="0">
              <a:spcBef>
                <a:spcPts val="0"/>
              </a:spcBef>
              <a:spcAft>
                <a:spcPts val="0"/>
              </a:spcAft>
              <a:buFont typeface="Arial"/>
              <a:buChar char="•"/>
              <a:defRPr/>
            </a:pPr>
            <a:r>
              <a:rPr lang="ru-RU" sz="1200" dirty="0">
                <a:solidFill>
                  <a:schemeClr val="tx1"/>
                </a:solidFill>
              </a:rPr>
              <a:t>МФТИ</a:t>
            </a:r>
            <a:endParaRPr dirty="0"/>
          </a:p>
        </p:txBody>
      </p:sp>
      <p:sp>
        <p:nvSpPr>
          <p:cNvPr id="1264445330" name="Текст 8"/>
          <p:cNvSpPr txBox="1"/>
          <p:nvPr/>
        </p:nvSpPr>
        <p:spPr bwMode="auto">
          <a:xfrm>
            <a:off x="3938410" y="3622118"/>
            <a:ext cx="1722566" cy="627910"/>
          </a:xfrm>
          <a:prstGeom prst="rect">
            <a:avLst/>
          </a:prstGeom>
          <a:ln>
            <a:noFill/>
          </a:ln>
        </p:spPr>
        <p:txBody>
          <a:bodyPr vert="horz" lIns="91440" tIns="45720" rIns="91440" bIns="45720" rtlCol="0">
            <a:normAutofit/>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marL="0" indent="0">
              <a:buNone/>
              <a:defRPr/>
            </a:pPr>
            <a:r>
              <a:rPr lang="ru-RU" sz="1600" b="1">
                <a:solidFill>
                  <a:schemeClr val="accent5"/>
                </a:solidFill>
              </a:rPr>
              <a:t>Владимир Ким</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829196584" name="Скругленный прямоугольник 1"/>
          <p:cNvSpPr/>
          <p:nvPr/>
        </p:nvSpPr>
        <p:spPr bwMode="auto">
          <a:xfrm>
            <a:off x="346075" y="324562"/>
            <a:ext cx="3952656" cy="620919"/>
          </a:xfrm>
          <a:prstGeom prst="roundRect">
            <a:avLst>
              <a:gd name="adj" fmla="val 1870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endParaRPr lang="ru-RU" b="1">
              <a:solidFill>
                <a:schemeClr val="accent2"/>
              </a:solidFill>
            </a:endParaRPr>
          </a:p>
        </p:txBody>
      </p:sp>
      <p:sp>
        <p:nvSpPr>
          <p:cNvPr id="1532793399" name="Номер слайда 17"/>
          <p:cNvSpPr>
            <a:spLocks noGrp="1"/>
          </p:cNvSpPr>
          <p:nvPr>
            <p:ph type="sldNum" sz="quarter" idx="4"/>
          </p:nvPr>
        </p:nvSpPr>
        <p:spPr bwMode="auto"/>
        <p:txBody>
          <a:bodyPr/>
          <a:lstStyle/>
          <a:p>
            <a:pPr>
              <a:defRPr/>
            </a:pPr>
            <a:fld id="{52DCC5B9-D646-4B76-891F-6FF4E74E9CB4}" type="slidenum">
              <a:rPr lang="ru-RU">
                <a:solidFill>
                  <a:schemeClr val="accent5"/>
                </a:solidFill>
              </a:rPr>
              <a:t>4</a:t>
            </a:fld>
            <a:endParaRPr lang="ru-RU">
              <a:solidFill>
                <a:schemeClr val="accent5"/>
              </a:solidFill>
            </a:endParaRPr>
          </a:p>
        </p:txBody>
      </p:sp>
      <p:sp>
        <p:nvSpPr>
          <p:cNvPr id="1761121319" name="Заголовок 6"/>
          <p:cNvSpPr>
            <a:spLocks noGrp="1"/>
          </p:cNvSpPr>
          <p:nvPr>
            <p:ph type="title"/>
          </p:nvPr>
        </p:nvSpPr>
        <p:spPr bwMode="auto">
          <a:xfrm>
            <a:off x="507849" y="449787"/>
            <a:ext cx="9862734" cy="376138"/>
          </a:xfrm>
        </p:spPr>
        <p:txBody>
          <a:bodyPr/>
          <a:lstStyle/>
          <a:p>
            <a:pPr>
              <a:defRPr/>
            </a:pPr>
            <a:r>
              <a:rPr lang="ru-RU"/>
              <a:t>ИСТОРИЯ КОМАНДЫ</a:t>
            </a:r>
          </a:p>
        </p:txBody>
      </p:sp>
      <p:sp>
        <p:nvSpPr>
          <p:cNvPr id="687735126" name="Текст 8"/>
          <p:cNvSpPr>
            <a:spLocks noGrp="1"/>
          </p:cNvSpPr>
          <p:nvPr>
            <p:ph type="body" sz="quarter" idx="27"/>
          </p:nvPr>
        </p:nvSpPr>
        <p:spPr bwMode="auto">
          <a:xfrm>
            <a:off x="533607" y="1602273"/>
            <a:ext cx="10200000" cy="1100000"/>
          </a:xfrm>
        </p:spPr>
        <p:txBody>
          <a:bodyPr>
            <a:normAutofit/>
          </a:bodyPr>
          <a:lstStyle/>
          <a:p>
            <a:pPr marL="0" indent="0">
              <a:lnSpc>
                <a:spcPct val="100000"/>
              </a:lnSpc>
              <a:spcBef>
                <a:spcPts val="0"/>
              </a:spcBef>
              <a:spcAft>
                <a:spcPts val="600"/>
              </a:spcAft>
              <a:buNone/>
              <a:defRPr/>
            </a:pPr>
            <a:r>
              <a:rPr lang="ru-RU" sz="1200" dirty="0">
                <a:solidFill>
                  <a:schemeClr val="tx1"/>
                </a:solidFill>
              </a:rPr>
              <a:t>Мы познакомились ещё во время школы и с тех пор периодически собираемся командой на соревнования и </a:t>
            </a:r>
            <a:r>
              <a:rPr lang="ru-RU" sz="1200" dirty="0" err="1">
                <a:solidFill>
                  <a:schemeClr val="tx1"/>
                </a:solidFill>
              </a:rPr>
              <a:t>хакатоны</a:t>
            </a:r>
            <a:r>
              <a:rPr lang="ru-RU" sz="1200" dirty="0">
                <a:solidFill>
                  <a:schemeClr val="tx1"/>
                </a:solidFill>
              </a:rPr>
              <a:t>. Учимся в одном институте. Каждый знает сильные стороны другого, поэтому роли распределили за один вечер. </a:t>
            </a:r>
          </a:p>
        </p:txBody>
      </p:sp>
      <p:sp>
        <p:nvSpPr>
          <p:cNvPr id="1466272480" name="Текст 8"/>
          <p:cNvSpPr txBox="1"/>
          <p:nvPr/>
        </p:nvSpPr>
        <p:spPr bwMode="auto">
          <a:xfrm>
            <a:off x="533607" y="1279645"/>
            <a:ext cx="2990173" cy="353935"/>
          </a:xfrm>
          <a:prstGeom prst="rect">
            <a:avLst/>
          </a:prstGeom>
          <a:ln>
            <a:noFill/>
          </a:ln>
        </p:spPr>
        <p:txBody>
          <a:bodyPr vert="horz" lIns="91440" tIns="45720" rIns="91440" bIns="45720" rtlCol="0">
            <a:normAutofit/>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marL="0" indent="0">
              <a:lnSpc>
                <a:spcPct val="100000"/>
              </a:lnSpc>
              <a:buNone/>
              <a:defRPr/>
            </a:pPr>
            <a:r>
              <a:rPr lang="ru-RU" b="1">
                <a:solidFill>
                  <a:schemeClr val="accent5"/>
                </a:solidFill>
              </a:rPr>
              <a:t>Краткая история команды:</a:t>
            </a:r>
            <a:endParaRPr/>
          </a:p>
        </p:txBody>
      </p:sp>
      <p:sp>
        <p:nvSpPr>
          <p:cNvPr id="2045529189" name="Текст 8"/>
          <p:cNvSpPr txBox="1"/>
          <p:nvPr/>
        </p:nvSpPr>
        <p:spPr bwMode="auto">
          <a:xfrm>
            <a:off x="533607" y="5139255"/>
            <a:ext cx="10200000" cy="1150000"/>
          </a:xfrm>
          <a:prstGeom prst="rect">
            <a:avLst/>
          </a:prstGeom>
          <a:ln>
            <a:noFill/>
          </a:ln>
        </p:spPr>
        <p:txBody>
          <a:bodyPr vert="horz" lIns="91440" tIns="45720" rIns="91440" bIns="45720" rtlCol="0">
            <a:noAutofit/>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marL="0" indent="0">
              <a:lnSpc>
                <a:spcPct val="100000"/>
              </a:lnSpc>
              <a:spcBef>
                <a:spcPts val="0"/>
              </a:spcBef>
              <a:spcAft>
                <a:spcPts val="600"/>
              </a:spcAft>
              <a:buNone/>
              <a:defRPr/>
            </a:pPr>
            <a:r>
              <a:rPr lang="ru-RU" sz="1200" dirty="0">
                <a:solidFill>
                  <a:schemeClr val="tx1"/>
                </a:solidFill>
              </a:rPr>
              <a:t>За две недели разработали и попробовали три версии игры, которые можно поставить на телефон. Каждый экран проверяли одним вопросом «поймёт ли его семилетний без инструкции»? Первая версия удовлетворяла ТЗ, но была действительно скучной, план бюджета, магазин и вопросы с вариантами ответов. Мы выбросили эти экраны и в следующих версиях собрали «Городок», где тот же бюджет стал действительно жизнью питомца (лавки с разными ценами, подработка, мечты и события). Второй вызов - не стыдить и не пугать, если что-то не получилось всегда будет подсказка, ребёнок может всё исправить!</a:t>
            </a:r>
          </a:p>
        </p:txBody>
      </p:sp>
      <p:sp>
        <p:nvSpPr>
          <p:cNvPr id="170753885" name="Текст 8"/>
          <p:cNvSpPr txBox="1"/>
          <p:nvPr/>
        </p:nvSpPr>
        <p:spPr bwMode="auto">
          <a:xfrm>
            <a:off x="533608" y="4571473"/>
            <a:ext cx="6438692" cy="629056"/>
          </a:xfrm>
          <a:prstGeom prst="rect">
            <a:avLst/>
          </a:prstGeom>
          <a:ln>
            <a:noFill/>
          </a:ln>
        </p:spPr>
        <p:txBody>
          <a:bodyPr vert="horz" lIns="91440" tIns="45720" rIns="91440" bIns="45720" rtlCol="0">
            <a:normAutofit/>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marL="0" indent="0">
              <a:lnSpc>
                <a:spcPct val="110000"/>
              </a:lnSpc>
              <a:buNone/>
              <a:defRPr/>
            </a:pPr>
            <a:r>
              <a:rPr lang="ru-RU" b="1">
                <a:solidFill>
                  <a:schemeClr val="accent5"/>
                </a:solidFill>
              </a:rPr>
              <a:t>С какими основными сложностями или вызовами </a:t>
            </a:r>
            <a:br>
              <a:rPr lang="ru-RU" b="1">
                <a:solidFill>
                  <a:schemeClr val="accent5"/>
                </a:solidFill>
              </a:rPr>
            </a:br>
            <a:r>
              <a:rPr lang="ru-RU" b="1">
                <a:solidFill>
                  <a:schemeClr val="accent5"/>
                </a:solidFill>
              </a:rPr>
              <a:t>вы столкнулись и как их преодолели?</a:t>
            </a:r>
            <a:endParaRPr/>
          </a:p>
        </p:txBody>
      </p:sp>
      <p:sp>
        <p:nvSpPr>
          <p:cNvPr id="1582781492" name="Текст 8"/>
          <p:cNvSpPr txBox="1"/>
          <p:nvPr/>
        </p:nvSpPr>
        <p:spPr bwMode="auto">
          <a:xfrm>
            <a:off x="533607" y="3429000"/>
            <a:ext cx="10200000" cy="1100000"/>
          </a:xfrm>
          <a:prstGeom prst="rect">
            <a:avLst/>
          </a:prstGeom>
          <a:ln>
            <a:noFill/>
          </a:ln>
        </p:spPr>
        <p:txBody>
          <a:bodyPr vert="horz" lIns="91440" tIns="45720" rIns="91440" bIns="45720" rtlCol="0">
            <a:normAutofit/>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marL="0" indent="0">
              <a:lnSpc>
                <a:spcPct val="100000"/>
              </a:lnSpc>
              <a:spcBef>
                <a:spcPts val="0"/>
              </a:spcBef>
              <a:spcAft>
                <a:spcPts val="600"/>
              </a:spcAft>
              <a:buNone/>
              <a:defRPr/>
            </a:pPr>
            <a:r>
              <a:rPr lang="ru-RU" sz="1200" dirty="0">
                <a:solidFill>
                  <a:schemeClr val="tx1"/>
                </a:solidFill>
              </a:rPr>
              <a:t>Деньги для детей стали невидимыми, родители платят телефоном, карманные приходят на карту. Мы хотели, чтобы ребёнок сам почувствовал, что каждая монета - это выбор: корм сейчас или самокат через три недели. Питомец делает этот выбор личным - о нём заботишься, поэтому и считаешь.</a:t>
            </a:r>
          </a:p>
        </p:txBody>
      </p:sp>
      <p:sp>
        <p:nvSpPr>
          <p:cNvPr id="1471932637" name="Текст 8"/>
          <p:cNvSpPr txBox="1"/>
          <p:nvPr/>
        </p:nvSpPr>
        <p:spPr bwMode="auto">
          <a:xfrm>
            <a:off x="533607" y="2900091"/>
            <a:ext cx="5629858" cy="528909"/>
          </a:xfrm>
          <a:prstGeom prst="rect">
            <a:avLst/>
          </a:prstGeom>
          <a:ln>
            <a:noFill/>
          </a:ln>
        </p:spPr>
        <p:txBody>
          <a:bodyPr vert="horz" lIns="91440" tIns="45720" rIns="91440" bIns="45720" rtlCol="0">
            <a:normAutofit/>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marL="0" indent="0">
              <a:lnSpc>
                <a:spcPct val="100000"/>
              </a:lnSpc>
              <a:buNone/>
              <a:defRPr/>
            </a:pPr>
            <a:r>
              <a:rPr lang="ru-RU" b="1">
                <a:solidFill>
                  <a:schemeClr val="accent5"/>
                </a:solidFill>
              </a:rPr>
              <a:t>Почему вы выбрали именно эту задачу </a:t>
            </a:r>
            <a:br>
              <a:rPr lang="ru-RU" b="1">
                <a:solidFill>
                  <a:schemeClr val="accent5"/>
                </a:solidFill>
              </a:rPr>
            </a:br>
            <a:r>
              <a:rPr lang="ru-RU" b="1">
                <a:solidFill>
                  <a:schemeClr val="accent5"/>
                </a:solidFill>
              </a:rPr>
              <a:t>из предложенных на хакатоне?</a:t>
            </a:r>
            <a:endParaRPr/>
          </a:p>
        </p:txBody>
      </p:sp>
      <p:cxnSp>
        <p:nvCxnSpPr>
          <p:cNvPr id="1876376613" name="Прямая соединительная линия 4"/>
          <p:cNvCxnSpPr/>
          <p:nvPr/>
        </p:nvCxnSpPr>
        <p:spPr bwMode="auto">
          <a:xfrm>
            <a:off x="623888" y="2745690"/>
            <a:ext cx="11233150" cy="0"/>
          </a:xfrm>
          <a:prstGeom prst="line">
            <a:avLst/>
          </a:prstGeom>
          <a:ln>
            <a:solidFill>
              <a:schemeClr val="accent1"/>
            </a:solidFill>
          </a:ln>
        </p:spPr>
        <p:style>
          <a:lnRef idx="1">
            <a:schemeClr val="accent2"/>
          </a:lnRef>
          <a:fillRef idx="0">
            <a:schemeClr val="accent2"/>
          </a:fillRef>
          <a:effectRef idx="0">
            <a:schemeClr val="accent2"/>
          </a:effectRef>
          <a:fontRef idx="minor">
            <a:schemeClr val="tx1"/>
          </a:fontRef>
        </p:style>
      </p:cxnSp>
      <p:cxnSp>
        <p:nvCxnSpPr>
          <p:cNvPr id="1262727222" name="Прямая соединительная линия 5"/>
          <p:cNvCxnSpPr/>
          <p:nvPr/>
        </p:nvCxnSpPr>
        <p:spPr bwMode="auto">
          <a:xfrm>
            <a:off x="623888" y="4407066"/>
            <a:ext cx="11233150" cy="0"/>
          </a:xfrm>
          <a:prstGeom prst="line">
            <a:avLst/>
          </a:prstGeom>
          <a:ln>
            <a:solidFill>
              <a:schemeClr val="accent1"/>
            </a:solidFill>
          </a:ln>
        </p:spPr>
        <p:style>
          <a:lnRef idx="1">
            <a:schemeClr val="accent2"/>
          </a:lnRef>
          <a:fillRef idx="0">
            <a:schemeClr val="accent2"/>
          </a:fillRef>
          <a:effectRef idx="0">
            <a:schemeClr val="accent2"/>
          </a:effectRef>
          <a:fontRef idx="minor">
            <a:schemeClr val="tx1"/>
          </a:fontRef>
        </p:style>
      </p:cxnSp>
      <p:cxnSp>
        <p:nvCxnSpPr>
          <p:cNvPr id="1741180233" name="Прямая соединительная линия 7"/>
          <p:cNvCxnSpPr/>
          <p:nvPr/>
        </p:nvCxnSpPr>
        <p:spPr bwMode="auto">
          <a:xfrm>
            <a:off x="623888" y="1110074"/>
            <a:ext cx="11233150" cy="0"/>
          </a:xfrm>
          <a:prstGeom prst="line">
            <a:avLst/>
          </a:prstGeom>
          <a:ln>
            <a:solidFill>
              <a:schemeClr val="accent1"/>
            </a:solidFill>
          </a:ln>
        </p:spPr>
        <p:style>
          <a:lnRef idx="1">
            <a:schemeClr val="accent2"/>
          </a:lnRef>
          <a:fillRef idx="0">
            <a:schemeClr val="accent2"/>
          </a:fillRef>
          <a:effectRef idx="0">
            <a:schemeClr val="accent2"/>
          </a:effectRef>
          <a:fontRef idx="minor">
            <a:schemeClr val="tx1"/>
          </a:fontRef>
        </p:style>
      </p:cxnSp>
      <p:sp>
        <p:nvSpPr>
          <p:cNvPr id="1069553942" name="Текст 8"/>
          <p:cNvSpPr txBox="1"/>
          <p:nvPr/>
        </p:nvSpPr>
        <p:spPr bwMode="auto">
          <a:xfrm>
            <a:off x="11015788" y="1279645"/>
            <a:ext cx="956838" cy="353935"/>
          </a:xfrm>
          <a:prstGeom prst="rect">
            <a:avLst/>
          </a:prstGeom>
          <a:ln>
            <a:noFill/>
          </a:ln>
        </p:spPr>
        <p:txBody>
          <a:bodyPr vert="horz" lIns="91440" tIns="45720" rIns="91440" bIns="45720" rtlCol="0">
            <a:normAutofit/>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marL="0" indent="0" algn="r">
              <a:buNone/>
              <a:defRPr/>
            </a:pPr>
            <a:r>
              <a:rPr lang="ru-RU" b="1">
                <a:solidFill>
                  <a:schemeClr val="accent5"/>
                </a:solidFill>
              </a:rPr>
              <a:t>01</a:t>
            </a:r>
            <a:endParaRPr/>
          </a:p>
        </p:txBody>
      </p:sp>
      <p:sp>
        <p:nvSpPr>
          <p:cNvPr id="1635283867" name="Текст 8"/>
          <p:cNvSpPr txBox="1"/>
          <p:nvPr/>
        </p:nvSpPr>
        <p:spPr bwMode="auto">
          <a:xfrm>
            <a:off x="11015788" y="2900091"/>
            <a:ext cx="930595" cy="528909"/>
          </a:xfrm>
          <a:prstGeom prst="rect">
            <a:avLst/>
          </a:prstGeom>
          <a:ln>
            <a:noFill/>
          </a:ln>
        </p:spPr>
        <p:txBody>
          <a:bodyPr vert="horz" lIns="91440" tIns="45720" rIns="91440" bIns="45720" rtlCol="0">
            <a:normAutofit/>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marL="0" indent="0" algn="r">
              <a:lnSpc>
                <a:spcPct val="100000"/>
              </a:lnSpc>
              <a:buNone/>
              <a:defRPr/>
            </a:pPr>
            <a:r>
              <a:rPr lang="ru-RU" b="1">
                <a:solidFill>
                  <a:schemeClr val="accent5"/>
                </a:solidFill>
              </a:rPr>
              <a:t>02</a:t>
            </a:r>
            <a:endParaRPr/>
          </a:p>
        </p:txBody>
      </p:sp>
      <p:sp>
        <p:nvSpPr>
          <p:cNvPr id="152761292" name="Текст 8"/>
          <p:cNvSpPr txBox="1"/>
          <p:nvPr/>
        </p:nvSpPr>
        <p:spPr bwMode="auto">
          <a:xfrm>
            <a:off x="11015788" y="4571473"/>
            <a:ext cx="930596" cy="567782"/>
          </a:xfrm>
          <a:prstGeom prst="rect">
            <a:avLst/>
          </a:prstGeom>
          <a:ln>
            <a:noFill/>
          </a:ln>
        </p:spPr>
        <p:txBody>
          <a:bodyPr vert="horz" lIns="91440" tIns="45720" rIns="91440" bIns="45720" rtlCol="0">
            <a:normAutofit/>
          </a:bodyPr>
          <a:lstStyle>
            <a:lvl1pPr marL="144688" indent="-144688" algn="l" defTabSz="578755" rtl="0">
              <a:lnSpc>
                <a:spcPct val="90000"/>
              </a:lnSpc>
              <a:spcBef>
                <a:spcPts val="631"/>
              </a:spcBef>
              <a:buClr>
                <a:schemeClr val="accent1"/>
              </a:buClr>
              <a:buFont typeface="Wingdings"/>
              <a:buChar char="§"/>
              <a:defRPr sz="1400">
                <a:solidFill>
                  <a:schemeClr val="bg1">
                    <a:lumMod val="95000"/>
                  </a:schemeClr>
                </a:solidFill>
                <a:latin typeface="+mn-lt"/>
                <a:ea typeface="+mn-ea"/>
                <a:cs typeface="+mn-cs"/>
              </a:defRPr>
            </a:lvl1pPr>
            <a:lvl2pPr marL="434067" indent="-144688" algn="l" defTabSz="578755" rtl="0">
              <a:lnSpc>
                <a:spcPct val="90000"/>
              </a:lnSpc>
              <a:spcBef>
                <a:spcPts val="317"/>
              </a:spcBef>
              <a:buFont typeface="Arial"/>
              <a:buChar char="•"/>
              <a:defRPr sz="1250">
                <a:solidFill>
                  <a:schemeClr val="bg1">
                    <a:lumMod val="95000"/>
                  </a:schemeClr>
                </a:solidFill>
                <a:latin typeface="+mn-lt"/>
                <a:ea typeface="+mn-ea"/>
                <a:cs typeface="+mn-cs"/>
              </a:defRPr>
            </a:lvl2pPr>
            <a:lvl3pPr marL="723445" indent="-144688" algn="l" defTabSz="578755" rtl="0">
              <a:lnSpc>
                <a:spcPct val="90000"/>
              </a:lnSpc>
              <a:spcBef>
                <a:spcPts val="317"/>
              </a:spcBef>
              <a:buFont typeface="Arial"/>
              <a:buChar char="•"/>
              <a:defRPr sz="1000">
                <a:solidFill>
                  <a:schemeClr val="bg1">
                    <a:lumMod val="95000"/>
                  </a:schemeClr>
                </a:solidFill>
                <a:latin typeface="+mn-lt"/>
                <a:ea typeface="+mn-ea"/>
                <a:cs typeface="+mn-cs"/>
              </a:defRPr>
            </a:lvl3pPr>
            <a:lvl4pPr marL="1012822"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4pPr>
            <a:lvl5pPr marL="1302200" indent="-144688" algn="l" defTabSz="578755" rtl="0">
              <a:lnSpc>
                <a:spcPct val="90000"/>
              </a:lnSpc>
              <a:spcBef>
                <a:spcPts val="317"/>
              </a:spcBef>
              <a:buFont typeface="Arial"/>
              <a:buChar char="•"/>
              <a:defRPr sz="900">
                <a:solidFill>
                  <a:schemeClr val="bg1">
                    <a:lumMod val="95000"/>
                  </a:schemeClr>
                </a:solidFill>
                <a:latin typeface="+mn-lt"/>
                <a:ea typeface="+mn-ea"/>
                <a:cs typeface="+mn-cs"/>
              </a:defRPr>
            </a:lvl5pPr>
            <a:lvl6pPr marL="1591575" indent="-144688" algn="l" defTabSz="578755" rtl="0">
              <a:lnSpc>
                <a:spcPct val="90000"/>
              </a:lnSpc>
              <a:spcBef>
                <a:spcPts val="317"/>
              </a:spcBef>
              <a:buFont typeface="Arial"/>
              <a:buChar char="•"/>
              <a:defRPr sz="1150">
                <a:solidFill>
                  <a:schemeClr val="tx1"/>
                </a:solidFill>
                <a:latin typeface="+mn-lt"/>
                <a:ea typeface="+mn-ea"/>
                <a:cs typeface="+mn-cs"/>
              </a:defRPr>
            </a:lvl6pPr>
            <a:lvl7pPr marL="1880955" indent="-144688" algn="l" defTabSz="578755" rtl="0">
              <a:lnSpc>
                <a:spcPct val="90000"/>
              </a:lnSpc>
              <a:spcBef>
                <a:spcPts val="317"/>
              </a:spcBef>
              <a:buFont typeface="Arial"/>
              <a:buChar char="•"/>
              <a:defRPr sz="1150">
                <a:solidFill>
                  <a:schemeClr val="tx1"/>
                </a:solidFill>
                <a:latin typeface="+mn-lt"/>
                <a:ea typeface="+mn-ea"/>
                <a:cs typeface="+mn-cs"/>
              </a:defRPr>
            </a:lvl7pPr>
            <a:lvl8pPr marL="2170334" indent="-144688" algn="l" defTabSz="578755" rtl="0">
              <a:lnSpc>
                <a:spcPct val="90000"/>
              </a:lnSpc>
              <a:spcBef>
                <a:spcPts val="317"/>
              </a:spcBef>
              <a:buFont typeface="Arial"/>
              <a:buChar char="•"/>
              <a:defRPr sz="1150">
                <a:solidFill>
                  <a:schemeClr val="tx1"/>
                </a:solidFill>
                <a:latin typeface="+mn-lt"/>
                <a:ea typeface="+mn-ea"/>
                <a:cs typeface="+mn-cs"/>
              </a:defRPr>
            </a:lvl8pPr>
            <a:lvl9pPr marL="2459712" indent="-144688" algn="l" defTabSz="578755" rtl="0">
              <a:lnSpc>
                <a:spcPct val="90000"/>
              </a:lnSpc>
              <a:spcBef>
                <a:spcPts val="317"/>
              </a:spcBef>
              <a:buFont typeface="Arial"/>
              <a:buChar char="•"/>
              <a:defRPr sz="1150">
                <a:solidFill>
                  <a:schemeClr val="tx1"/>
                </a:solidFill>
                <a:latin typeface="+mn-lt"/>
                <a:ea typeface="+mn-ea"/>
                <a:cs typeface="+mn-cs"/>
              </a:defRPr>
            </a:lvl9pPr>
          </a:lstStyle>
          <a:p>
            <a:pPr marL="0" indent="0" algn="r">
              <a:lnSpc>
                <a:spcPct val="100000"/>
              </a:lnSpc>
              <a:buNone/>
              <a:defRPr/>
            </a:pPr>
            <a:r>
              <a:rPr lang="ru-RU" b="1">
                <a:solidFill>
                  <a:schemeClr val="accent5"/>
                </a:solidFill>
              </a:rPr>
              <a:t>03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bg>
      <p:bgPr>
        <a:blipFill rotWithShape="1">
          <a:blip r:embed="rId3">
            <a:lum/>
          </a:blip>
          <a:stretch/>
        </a:blipFill>
        <a:effectLst/>
      </p:bgPr>
    </p:bg>
    <p:spTree>
      <p:nvGrpSpPr>
        <p:cNvPr id="1" name=""/>
        <p:cNvGrpSpPr/>
        <p:nvPr/>
      </p:nvGrpSpPr>
      <p:grpSpPr bwMode="auto">
        <a:xfrm>
          <a:off x="0" y="0"/>
          <a:ext cx="0" cy="0"/>
          <a:chOff x="0" y="0"/>
          <a:chExt cx="0" cy="0"/>
        </a:xfrm>
      </p:grpSpPr>
      <p:sp>
        <p:nvSpPr>
          <p:cNvPr id="182449485" name="Скругленный прямоугольник 9"/>
          <p:cNvSpPr/>
          <p:nvPr/>
        </p:nvSpPr>
        <p:spPr bwMode="auto">
          <a:xfrm>
            <a:off x="346075" y="324562"/>
            <a:ext cx="3750911" cy="620919"/>
          </a:xfrm>
          <a:prstGeom prst="roundRect">
            <a:avLst>
              <a:gd name="adj" fmla="val 1870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endParaRPr lang="ru-RU" b="1">
              <a:solidFill>
                <a:schemeClr val="accent2"/>
              </a:solidFill>
            </a:endParaRPr>
          </a:p>
        </p:txBody>
      </p:sp>
      <p:sp>
        <p:nvSpPr>
          <p:cNvPr id="1447032102" name="Скругленный прямоугольник 23"/>
          <p:cNvSpPr/>
          <p:nvPr/>
        </p:nvSpPr>
        <p:spPr bwMode="auto">
          <a:xfrm>
            <a:off x="6230774" y="1211284"/>
            <a:ext cx="5440313" cy="4989492"/>
          </a:xfrm>
          <a:prstGeom prst="roundRect">
            <a:avLst>
              <a:gd name="adj" fmla="val 3865"/>
            </a:avLst>
          </a:prstGeom>
          <a:solidFill>
            <a:schemeClr val="bg1"/>
          </a:solidFill>
          <a:ln w="9525" cap="flat" cmpd="sng" algn="ctr">
            <a:noFill/>
            <a:prstDash val="solid"/>
            <a:round/>
            <a:headEnd type="none" w="med" len="med"/>
            <a:tailEnd type="none" w="med" len="med"/>
          </a:ln>
        </p:spPr>
        <p:style>
          <a:lnRef idx="0">
            <a:srgbClr val="000000"/>
          </a:lnRef>
          <a:fillRef idx="0">
            <a:srgbClr val="000000"/>
          </a:fillRef>
          <a:effectRef idx="0">
            <a:srgbClr val="000000"/>
          </a:effectRef>
          <a:fontRef idx="minor">
            <a:schemeClr val="accent2"/>
          </a:fontRef>
        </p:style>
        <p:txBody>
          <a:bodyPr rtlCol="0" anchor="t"/>
          <a:lstStyle/>
          <a:p>
            <a:pPr algn="ctr">
              <a:defRPr/>
            </a:pPr>
            <a:endParaRPr lang="ru-RU" b="1">
              <a:solidFill>
                <a:schemeClr val="accent2"/>
              </a:solidFill>
            </a:endParaRPr>
          </a:p>
        </p:txBody>
      </p:sp>
      <p:sp>
        <p:nvSpPr>
          <p:cNvPr id="1047493254" name="Скругленный прямоугольник 26"/>
          <p:cNvSpPr/>
          <p:nvPr/>
        </p:nvSpPr>
        <p:spPr bwMode="auto">
          <a:xfrm>
            <a:off x="346076" y="1211284"/>
            <a:ext cx="5440313" cy="4989492"/>
          </a:xfrm>
          <a:prstGeom prst="roundRect">
            <a:avLst>
              <a:gd name="adj" fmla="val 3407"/>
            </a:avLst>
          </a:prstGeom>
          <a:solidFill>
            <a:schemeClr val="bg1"/>
          </a:solidFill>
          <a:ln w="9525" cap="flat" cmpd="sng" algn="ctr">
            <a:noFill/>
            <a:prstDash val="solid"/>
            <a:round/>
            <a:headEnd type="none" w="med" len="med"/>
            <a:tailEnd type="none" w="med" len="med"/>
          </a:ln>
        </p:spPr>
        <p:style>
          <a:lnRef idx="0">
            <a:srgbClr val="000000"/>
          </a:lnRef>
          <a:fillRef idx="0">
            <a:srgbClr val="000000"/>
          </a:fillRef>
          <a:effectRef idx="0">
            <a:srgbClr val="000000"/>
          </a:effectRef>
          <a:fontRef idx="minor">
            <a:schemeClr val="accent2"/>
          </a:fontRef>
        </p:style>
        <p:txBody>
          <a:bodyPr rtlCol="0" anchor="t"/>
          <a:lstStyle/>
          <a:p>
            <a:pPr algn="ctr">
              <a:defRPr/>
            </a:pPr>
            <a:endParaRPr lang="ru-RU" b="1">
              <a:solidFill>
                <a:schemeClr val="accent2"/>
              </a:solidFill>
            </a:endParaRPr>
          </a:p>
        </p:txBody>
      </p:sp>
      <p:sp>
        <p:nvSpPr>
          <p:cNvPr id="1531638801" name="Номер слайда 20"/>
          <p:cNvSpPr>
            <a:spLocks noGrp="1"/>
          </p:cNvSpPr>
          <p:nvPr>
            <p:ph type="sldNum" sz="quarter" idx="4"/>
          </p:nvPr>
        </p:nvSpPr>
        <p:spPr bwMode="auto"/>
        <p:txBody>
          <a:bodyPr/>
          <a:lstStyle/>
          <a:p>
            <a:pPr>
              <a:defRPr/>
            </a:pPr>
            <a:fld id="{52DCC5B9-D646-4B76-891F-6FF4E74E9CB4}" type="slidenum">
              <a:rPr lang="ru-RU">
                <a:solidFill>
                  <a:schemeClr val="bg1"/>
                </a:solidFill>
              </a:rPr>
              <a:t>5</a:t>
            </a:fld>
            <a:endParaRPr lang="ru-RU">
              <a:solidFill>
                <a:schemeClr val="bg1"/>
              </a:solidFill>
            </a:endParaRPr>
          </a:p>
        </p:txBody>
      </p:sp>
      <p:sp>
        <p:nvSpPr>
          <p:cNvPr id="690371482" name="Текст 2"/>
          <p:cNvSpPr>
            <a:spLocks noGrp="1"/>
          </p:cNvSpPr>
          <p:nvPr>
            <p:ph type="body" sz="quarter" idx="38"/>
          </p:nvPr>
        </p:nvSpPr>
        <p:spPr bwMode="auto">
          <a:xfrm>
            <a:off x="589492" y="1920927"/>
            <a:ext cx="4929861" cy="3868581"/>
          </a:xfrm>
        </p:spPr>
        <p:txBody>
          <a:bodyPr>
            <a:normAutofit/>
          </a:bodyPr>
          <a:lstStyle/>
          <a:p>
            <a:pPr>
              <a:spcBef>
                <a:spcPts val="0"/>
              </a:spcBef>
              <a:spcAft>
                <a:spcPts val="1000"/>
              </a:spcAft>
              <a:defRPr/>
            </a:pPr>
            <a:r>
              <a:rPr lang="ru-RU" sz="1400" b="1" dirty="0">
                <a:solidFill>
                  <a:schemeClr val="tx1"/>
                </a:solidFill>
              </a:rPr>
              <a:t>Стек: </a:t>
            </a:r>
            <a:r>
              <a:rPr lang="en-US" sz="1400" dirty="0">
                <a:solidFill>
                  <a:schemeClr val="tx1"/>
                </a:solidFill>
              </a:rPr>
              <a:t>Kotlin, Jetpack Compose</a:t>
            </a:r>
            <a:r>
              <a:rPr lang="ru-RU" sz="1400" dirty="0">
                <a:solidFill>
                  <a:schemeClr val="tx1"/>
                </a:solidFill>
              </a:rPr>
              <a:t>, </a:t>
            </a:r>
            <a:r>
              <a:rPr lang="en-US" sz="1400" dirty="0">
                <a:solidFill>
                  <a:schemeClr val="tx1"/>
                </a:solidFill>
              </a:rPr>
              <a:t>Blender</a:t>
            </a:r>
            <a:r>
              <a:rPr lang="ru-RU" sz="1400" dirty="0">
                <a:solidFill>
                  <a:schemeClr val="tx1"/>
                </a:solidFill>
              </a:rPr>
              <a:t>, </a:t>
            </a:r>
            <a:r>
              <a:rPr lang="en-US" sz="1400" dirty="0">
                <a:solidFill>
                  <a:schemeClr val="tx1"/>
                </a:solidFill>
              </a:rPr>
              <a:t>Python</a:t>
            </a:r>
            <a:endParaRPr lang="ru-RU" sz="1400" dirty="0">
              <a:solidFill>
                <a:schemeClr val="tx1"/>
              </a:solidFill>
            </a:endParaRPr>
          </a:p>
          <a:p>
            <a:pPr>
              <a:spcBef>
                <a:spcPts val="0"/>
              </a:spcBef>
              <a:spcAft>
                <a:spcPts val="1000"/>
              </a:spcAft>
              <a:defRPr/>
            </a:pPr>
            <a:r>
              <a:rPr lang="ru-RU" sz="1400" b="1" dirty="0">
                <a:solidFill>
                  <a:schemeClr val="tx1"/>
                </a:solidFill>
              </a:rPr>
              <a:t>Работает везде: </a:t>
            </a:r>
            <a:r>
              <a:rPr lang="ru-RU" sz="1400" dirty="0" err="1">
                <a:solidFill>
                  <a:schemeClr val="tx1"/>
                </a:solidFill>
              </a:rPr>
              <a:t>Android</a:t>
            </a:r>
            <a:r>
              <a:rPr lang="ru-RU" sz="1400" dirty="0">
                <a:solidFill>
                  <a:schemeClr val="tx1"/>
                </a:solidFill>
              </a:rPr>
              <a:t> 8.0+, полностью офлайн, без сервера и без единого запроса разрешений.</a:t>
            </a:r>
          </a:p>
          <a:p>
            <a:pPr>
              <a:spcBef>
                <a:spcPts val="0"/>
              </a:spcBef>
              <a:spcAft>
                <a:spcPts val="1000"/>
              </a:spcAft>
              <a:defRPr/>
            </a:pPr>
            <a:r>
              <a:rPr lang="ru-RU" sz="1400" b="1" dirty="0">
                <a:solidFill>
                  <a:schemeClr val="tx1"/>
                </a:solidFill>
              </a:rPr>
              <a:t>Экономика без программиста: </a:t>
            </a:r>
            <a:r>
              <a:rPr lang="ru-RU" sz="1400" dirty="0">
                <a:solidFill>
                  <a:schemeClr val="tx1"/>
                </a:solidFill>
              </a:rPr>
              <a:t>цены, товары, события и мечты в одном файле, новое событие добавляется без кода.</a:t>
            </a:r>
          </a:p>
          <a:p>
            <a:pPr>
              <a:spcBef>
                <a:spcPts val="0"/>
              </a:spcBef>
              <a:spcAft>
                <a:spcPts val="1000"/>
              </a:spcAft>
              <a:defRPr/>
            </a:pPr>
            <a:r>
              <a:rPr lang="ru-RU" sz="1400" b="1" dirty="0">
                <a:solidFill>
                  <a:schemeClr val="tx1"/>
                </a:solidFill>
              </a:rPr>
              <a:t>Надёжность: </a:t>
            </a:r>
            <a:r>
              <a:rPr lang="ru-RU" sz="1400" dirty="0">
                <a:solidFill>
                  <a:schemeClr val="tx1"/>
                </a:solidFill>
              </a:rPr>
              <a:t>600 </a:t>
            </a:r>
            <a:r>
              <a:rPr lang="ru-RU" sz="1400" dirty="0" err="1">
                <a:solidFill>
                  <a:schemeClr val="tx1"/>
                </a:solidFill>
              </a:rPr>
              <a:t>автотестов</a:t>
            </a:r>
            <a:r>
              <a:rPr lang="ru-RU" sz="1400" dirty="0">
                <a:solidFill>
                  <a:schemeClr val="tx1"/>
                </a:solidFill>
              </a:rPr>
              <a:t> правил игры, демо-режим прокручивает 5 игровых недель за минуты.</a:t>
            </a:r>
          </a:p>
          <a:p>
            <a:pPr>
              <a:spcBef>
                <a:spcPts val="0"/>
              </a:spcBef>
              <a:spcAft>
                <a:spcPts val="1000"/>
              </a:spcAft>
              <a:defRPr/>
            </a:pPr>
            <a:r>
              <a:rPr lang="ru-RU" sz="1400" b="1" dirty="0">
                <a:solidFill>
                  <a:schemeClr val="tx1"/>
                </a:solidFill>
              </a:rPr>
              <a:t>Своя графика: </a:t>
            </a:r>
            <a:r>
              <a:rPr lang="ru-RU" sz="1400" dirty="0">
                <a:solidFill>
                  <a:schemeClr val="tx1"/>
                </a:solidFill>
              </a:rPr>
              <a:t>3 питомца × 3 цвета × 3 стадии роста, жители, лавки и улица, без чужих </a:t>
            </a:r>
            <a:r>
              <a:rPr lang="ru-RU" sz="1400" dirty="0" err="1">
                <a:solidFill>
                  <a:schemeClr val="tx1"/>
                </a:solidFill>
              </a:rPr>
              <a:t>ассетов</a:t>
            </a:r>
            <a:r>
              <a:rPr lang="ru-RU" sz="1400" dirty="0">
                <a:solidFill>
                  <a:schemeClr val="tx1"/>
                </a:solidFill>
              </a:rPr>
              <a:t>.</a:t>
            </a:r>
          </a:p>
          <a:p>
            <a:pPr>
              <a:spcBef>
                <a:spcPts val="0"/>
              </a:spcBef>
              <a:spcAft>
                <a:spcPts val="1000"/>
              </a:spcAft>
              <a:defRPr/>
            </a:pPr>
            <a:r>
              <a:rPr lang="ru-RU" sz="1400" b="1" dirty="0">
                <a:solidFill>
                  <a:schemeClr val="tx1"/>
                </a:solidFill>
              </a:rPr>
              <a:t>Доступность: </a:t>
            </a:r>
            <a:r>
              <a:rPr lang="ru-RU" sz="1400" dirty="0">
                <a:solidFill>
                  <a:schemeClr val="tx1"/>
                </a:solidFill>
              </a:rPr>
              <a:t>крупные кнопки, системный масштаб шрифта, звук и анимации отключаются.</a:t>
            </a:r>
          </a:p>
        </p:txBody>
      </p:sp>
      <p:sp>
        <p:nvSpPr>
          <p:cNvPr id="705258072" name="Текст 6"/>
          <p:cNvSpPr>
            <a:spLocks noGrp="1"/>
          </p:cNvSpPr>
          <p:nvPr>
            <p:ph type="body" sz="quarter" idx="42"/>
          </p:nvPr>
        </p:nvSpPr>
        <p:spPr bwMode="auto">
          <a:xfrm>
            <a:off x="6513513" y="1920927"/>
            <a:ext cx="4957144" cy="3876445"/>
          </a:xfrm>
        </p:spPr>
        <p:txBody>
          <a:bodyPr>
            <a:normAutofit/>
          </a:bodyPr>
          <a:lstStyle/>
          <a:p>
            <a:pPr>
              <a:spcBef>
                <a:spcPts val="0"/>
              </a:spcBef>
              <a:spcAft>
                <a:spcPts val="1000"/>
              </a:spcAft>
              <a:defRPr/>
            </a:pPr>
            <a:r>
              <a:rPr lang="ru-RU" sz="1400" b="1" dirty="0">
                <a:solidFill>
                  <a:schemeClr val="tx1"/>
                </a:solidFill>
              </a:rPr>
              <a:t>Ребёнку: </a:t>
            </a:r>
            <a:r>
              <a:rPr lang="ru-RU" sz="1400" dirty="0">
                <a:solidFill>
                  <a:schemeClr val="tx1"/>
                </a:solidFill>
              </a:rPr>
              <a:t>игра, в которую хочется вернуться - питомец растёт, мечта копится, в городке каждую неделю новое.</a:t>
            </a:r>
          </a:p>
          <a:p>
            <a:pPr>
              <a:spcBef>
                <a:spcPts val="0"/>
              </a:spcBef>
              <a:spcAft>
                <a:spcPts val="1000"/>
              </a:spcAft>
              <a:defRPr/>
            </a:pPr>
            <a:r>
              <a:rPr lang="ru-RU" sz="1400" b="1" dirty="0">
                <a:solidFill>
                  <a:schemeClr val="tx1"/>
                </a:solidFill>
              </a:rPr>
              <a:t>Родителю: </a:t>
            </a:r>
            <a:r>
              <a:rPr lang="ru-RU" sz="1400" dirty="0">
                <a:solidFill>
                  <a:schemeClr val="tx1"/>
                </a:solidFill>
              </a:rPr>
              <a:t>без рекламы, покупок и сети; в разделе взрослого видно, чему учится ребёнок, можно дать бонус в конверт.</a:t>
            </a:r>
          </a:p>
          <a:p>
            <a:pPr>
              <a:spcBef>
                <a:spcPts val="0"/>
              </a:spcBef>
              <a:spcAft>
                <a:spcPts val="1000"/>
              </a:spcAft>
              <a:defRPr/>
            </a:pPr>
            <a:r>
              <a:rPr lang="ru-RU" sz="1400" b="1" dirty="0">
                <a:solidFill>
                  <a:schemeClr val="tx1"/>
                </a:solidFill>
              </a:rPr>
              <a:t>Школе: </a:t>
            </a:r>
            <a:r>
              <a:rPr lang="ru-RU" sz="1400" dirty="0">
                <a:solidFill>
                  <a:schemeClr val="tx1"/>
                </a:solidFill>
              </a:rPr>
              <a:t>готовый тренажёр к урокам финансовой грамотности, демо-режим показывает весь цикл за один урок.</a:t>
            </a:r>
          </a:p>
          <a:p>
            <a:pPr>
              <a:spcBef>
                <a:spcPts val="0"/>
              </a:spcBef>
              <a:spcAft>
                <a:spcPts val="1000"/>
              </a:spcAft>
              <a:defRPr/>
            </a:pPr>
            <a:r>
              <a:rPr lang="ru-RU" sz="1400" b="1" dirty="0">
                <a:solidFill>
                  <a:schemeClr val="tx1"/>
                </a:solidFill>
              </a:rPr>
              <a:t>Городу: </a:t>
            </a:r>
            <a:r>
              <a:rPr lang="ru-RU" sz="1400" dirty="0">
                <a:solidFill>
                  <a:schemeClr val="tx1"/>
                </a:solidFill>
              </a:rPr>
              <a:t>канал </a:t>
            </a:r>
            <a:r>
              <a:rPr lang="ru-RU" sz="1400" dirty="0" err="1">
                <a:solidFill>
                  <a:schemeClr val="tx1"/>
                </a:solidFill>
              </a:rPr>
              <a:t>финпросвещения</a:t>
            </a:r>
            <a:r>
              <a:rPr lang="ru-RU" sz="1400" dirty="0">
                <a:solidFill>
                  <a:schemeClr val="tx1"/>
                </a:solidFill>
              </a:rPr>
              <a:t>, который растёт контентом: новые события и темы - без переписывания приложения.</a:t>
            </a:r>
          </a:p>
          <a:p>
            <a:pPr>
              <a:spcBef>
                <a:spcPts val="0"/>
              </a:spcBef>
              <a:spcAft>
                <a:spcPts val="1000"/>
              </a:spcAft>
              <a:defRPr/>
            </a:pPr>
            <a:r>
              <a:rPr lang="ru-RU" sz="1400" b="1" dirty="0">
                <a:solidFill>
                  <a:schemeClr val="tx1"/>
                </a:solidFill>
              </a:rPr>
              <a:t>Дальше: </a:t>
            </a:r>
            <a:r>
              <a:rPr lang="ru-RU" sz="1400" dirty="0">
                <a:solidFill>
                  <a:schemeClr val="tx1"/>
                </a:solidFill>
              </a:rPr>
              <a:t>3D-питомец, мастерская, праздник и доктор в городке, планшеты, публикация в </a:t>
            </a:r>
            <a:r>
              <a:rPr lang="ru-RU" sz="1400" dirty="0" err="1">
                <a:solidFill>
                  <a:schemeClr val="tx1"/>
                </a:solidFill>
              </a:rPr>
              <a:t>RuStore</a:t>
            </a:r>
            <a:r>
              <a:rPr lang="ru-RU" sz="1400" dirty="0">
                <a:solidFill>
                  <a:schemeClr val="tx1"/>
                </a:solidFill>
              </a:rPr>
              <a:t>.</a:t>
            </a:r>
          </a:p>
        </p:txBody>
      </p:sp>
      <p:sp>
        <p:nvSpPr>
          <p:cNvPr id="1347698480" name="Заголовок 13"/>
          <p:cNvSpPr>
            <a:spLocks noGrp="1"/>
          </p:cNvSpPr>
          <p:nvPr>
            <p:ph type="title"/>
          </p:nvPr>
        </p:nvSpPr>
        <p:spPr bwMode="auto">
          <a:xfrm>
            <a:off x="525817" y="456851"/>
            <a:ext cx="9862734" cy="376138"/>
          </a:xfrm>
        </p:spPr>
        <p:txBody>
          <a:bodyPr/>
          <a:lstStyle/>
          <a:p>
            <a:pPr>
              <a:defRPr/>
            </a:pPr>
            <a:r>
              <a:rPr lang="ru-RU"/>
              <a:t>КОРОТКО О РЕШЕНИИ</a:t>
            </a:r>
            <a:endParaRPr/>
          </a:p>
        </p:txBody>
      </p:sp>
      <p:sp>
        <p:nvSpPr>
          <p:cNvPr id="339306263" name="Текст 14"/>
          <p:cNvSpPr>
            <a:spLocks noGrp="1"/>
          </p:cNvSpPr>
          <p:nvPr>
            <p:ph type="body" sz="quarter" idx="49"/>
          </p:nvPr>
        </p:nvSpPr>
        <p:spPr bwMode="auto">
          <a:xfrm>
            <a:off x="578063" y="1476583"/>
            <a:ext cx="4929861" cy="555147"/>
          </a:xfrm>
        </p:spPr>
        <p:txBody>
          <a:bodyPr/>
          <a:lstStyle/>
          <a:p>
            <a:pPr>
              <a:lnSpc>
                <a:spcPct val="100000"/>
              </a:lnSpc>
              <a:defRPr/>
            </a:pPr>
            <a:r>
              <a:rPr lang="ru-RU" sz="2000" b="1" dirty="0">
                <a:solidFill>
                  <a:schemeClr val="accent5"/>
                </a:solidFill>
              </a:rPr>
              <a:t>Техническая суть решения</a:t>
            </a:r>
            <a:endParaRPr dirty="0"/>
          </a:p>
        </p:txBody>
      </p:sp>
      <p:sp>
        <p:nvSpPr>
          <p:cNvPr id="668234523" name="Текст 16"/>
          <p:cNvSpPr>
            <a:spLocks noGrp="1"/>
          </p:cNvSpPr>
          <p:nvPr>
            <p:ph type="body" sz="quarter" idx="51"/>
          </p:nvPr>
        </p:nvSpPr>
        <p:spPr bwMode="auto">
          <a:xfrm>
            <a:off x="6513513" y="1476583"/>
            <a:ext cx="5214724" cy="561519"/>
          </a:xfrm>
        </p:spPr>
        <p:txBody>
          <a:bodyPr/>
          <a:lstStyle/>
          <a:p>
            <a:pPr>
              <a:lnSpc>
                <a:spcPct val="100000"/>
              </a:lnSpc>
              <a:defRPr/>
            </a:pPr>
            <a:r>
              <a:rPr lang="ru-RU" sz="2000" b="1" dirty="0">
                <a:solidFill>
                  <a:schemeClr val="accent5"/>
                </a:solidFill>
              </a:rPr>
              <a:t>Маркетинговая суть решения</a:t>
            </a:r>
            <a:endParaRPr dirty="0"/>
          </a:p>
          <a:p>
            <a:pPr>
              <a:lnSpc>
                <a:spcPct val="100000"/>
              </a:lnSpc>
              <a:defRPr/>
            </a:pPr>
            <a:endParaRPr lang="ru-RU" b="1" dirty="0">
              <a:solidFill>
                <a:schemeClr val="accent5"/>
              </a:solidFill>
            </a:endParaRPr>
          </a:p>
        </p:txBody>
      </p:sp>
    </p:spTree>
  </p:cSld>
  <p:clrMapOvr>
    <a:masterClrMapping/>
  </p:clrMapOvr>
</p:sld>
</file>

<file path=ppt/theme/theme1.xml><?xml version="1.0" encoding="utf-8"?>
<a:theme xmlns:a="http://schemas.openxmlformats.org/drawingml/2006/main" name="Для Академия инноваторов 16_9">
  <a:themeElements>
    <a:clrScheme name="Пользовательские 2">
      <a:dk1>
        <a:srgbClr val="000000"/>
      </a:dk1>
      <a:lt1>
        <a:srgbClr val="FFFFFF"/>
      </a:lt1>
      <a:dk2>
        <a:srgbClr val="1C1D22"/>
      </a:dk2>
      <a:lt2>
        <a:srgbClr val="E5E7E9"/>
      </a:lt2>
      <a:accent1>
        <a:srgbClr val="FF0053"/>
      </a:accent1>
      <a:accent2>
        <a:srgbClr val="FFD6E3"/>
      </a:accent2>
      <a:accent3>
        <a:srgbClr val="FC3777"/>
      </a:accent3>
      <a:accent4>
        <a:srgbClr val="8A83D1"/>
      </a:accent4>
      <a:accent5>
        <a:srgbClr val="520977"/>
      </a:accent5>
      <a:accent6>
        <a:srgbClr val="2D1451"/>
      </a:accent6>
      <a:hlink>
        <a:srgbClr val="FF0053"/>
      </a:hlink>
      <a:folHlink>
        <a:srgbClr val="5D2B84"/>
      </a:folHlink>
    </a:clrScheme>
    <a:fontScheme name="Лидеры цифровой трансформации">
      <a:majorFont>
        <a:latin typeface="Montserrat"/>
        <a:ea typeface="Arial"/>
        <a:cs typeface="Arial"/>
      </a:majorFont>
      <a:minorFont>
        <a:latin typeface="Montserrat"/>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prstGeom prst="rect">
          <a:avLst/>
        </a:prstGeom>
        <a:solidFill>
          <a:schemeClr val="bg1">
            <a:alpha val="0"/>
          </a:schemeClr>
        </a:solidFill>
        <a:ln w="19050">
          <a:solidFill>
            <a:schemeClr val="bg1">
              <a:alpha val="47000"/>
            </a:schemeClr>
          </a:solidFill>
        </a:ln>
      </a:spPr>
      <a:bodyPr/>
      <a:lstStyle/>
      <a:style>
        <a:lnRef idx="2">
          <a:schemeClr val="accent1">
            <a:shade val="15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Arial"/>
        <a:cs typeface="Arial"/>
      </a:majorFont>
      <a:minorFont>
        <a:latin typeface="Calibri"/>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239</TotalTime>
  <Words>711</Words>
  <Application>Microsoft Macintosh PowerPoint</Application>
  <PresentationFormat>Widescreen</PresentationFormat>
  <Paragraphs>58</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Montserrat</vt:lpstr>
      <vt:lpstr>Wingdings</vt:lpstr>
      <vt:lpstr>Для Академия инноваторов 16_9</vt:lpstr>
      <vt:lpstr>Сингулярность Бытия</vt:lpstr>
      <vt:lpstr>Питомец Финни</vt:lpstr>
      <vt:lpstr>НАША КОМАНДА</vt:lpstr>
      <vt:lpstr>ИСТОРИЯ КОМАНДЫ</vt:lpstr>
      <vt:lpstr>КОРОТКО О РЕШЕНИИ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Анастасия Юшкова</dc:creator>
  <cp:lastModifiedBy>denis</cp:lastModifiedBy>
  <cp:revision>107</cp:revision>
  <dcterms:created xsi:type="dcterms:W3CDTF">2023-05-15T07:36:23Z</dcterms:created>
  <dcterms:modified xsi:type="dcterms:W3CDTF">2026-09-29T18:03:20Z</dcterms:modified>
</cp:coreProperties>
</file>