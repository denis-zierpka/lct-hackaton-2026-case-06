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209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nis/Documents/Personal/finny-pet/assets/icon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0116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Питомец Финни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8346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D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Игровой сервис для формирования базовых финансовых навыков у детей 7–11 лет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B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Функциональный прототип для Android · ТЗ Департамента финансов города Москвы · 2026</a:t>
            </a:r>
            <a:endParaRPr lang="en-US" sz="1100" dirty="0"/>
          </a:p>
        </p:txBody>
      </p:sp>
      <p:pic>
        <p:nvPicPr>
          <p:cNvPr id="6" name="Image 1" descr="/Users/denis/Documents/Personal/finny-pet/screenshots/store/02_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65760"/>
            <a:ext cx="2025748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520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и целевая аудитория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5D9FF"/>
          </a:solidFill>
          <a:ln w="12700">
            <a:solidFill>
              <a:srgbClr val="F5D9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459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Дети 7–11 лет, которые впервые получают карманные деньги: читают короткие фразы, считают в пределах 100–200.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46120" y="118872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E3C8"/>
          </a:solidFill>
          <a:ln w="12700">
            <a:solidFill>
              <a:srgbClr val="FFE3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не так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6459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доходы и расходы объясняют абстрактно — ребёнок быстро устаёт. Ошибиться с реальными деньгами страшно.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5D9FF"/>
          </a:solidFill>
          <a:ln w="12700">
            <a:solidFill>
              <a:srgbClr val="F5D9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Чего не хватает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6459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Места, где решение принимаешь сам, сразу видишь последствие и можешь исправить ошибку без риска.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Виртуальный питомец делает последствия наглядными: от распределения монет зависят его настроение и рост.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Родитель поддерживает, но не решает за ребёнка: у него свой раздел с целями и прогрессом.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Никаких реальных денег, рекламы, аккаунтов и сбора данных.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Питомец Финни · 2/10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520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Образовательные результаты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 рамка компетенций в области финансовой грамотности и финансовой культуры — базовый уровень, начальное общее образование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657600"/>
                <a:gridCol w="3931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D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D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Навык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D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Механика в приложении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D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D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Понимать назначение бюджета; расходы не превышают доходов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D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план на неделю; отрицательный баланс невозможен; журнал «откуда монеты»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D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D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Различать обязательные и необязательные расходы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D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два раздела магазина; проверка «еда и уход куплены»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D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D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Планировать покупки при ограниченном бюджете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D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монет в неделю, цены 10–60, сравнение план/факт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D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D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Ставить цель и регулярно откладывать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D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цель с ценой, копилка, срок по среднему взносу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D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D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Оценивать свои решения и объяснять их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D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итог недели «что случилось и почему», объяснение настроения питомца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Питомец Финни · 3/10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520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Идея: почему питомец учит считать</a:t>
            </a:r>
            <a:endParaRPr lang="en-US" sz="2600" dirty="0"/>
          </a:p>
        </p:txBody>
      </p:sp>
      <p:pic>
        <p:nvPicPr>
          <p:cNvPr id="3" name="Image 0" descr="/Users/denis/Documents/Personal/finny-pet/screenshots/store/11_pet_gr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1561514" cy="3383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84474" y="1188720"/>
            <a:ext cx="630232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 действием: сначала выбор, потом финансовое и игровое последствие.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решения каждую неделю — обязательное, желаемое, копилка — это и есть план бюджета.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Состояние питомца (сытость, чистота, настроение) отвечает на решения сразу; стадия роста — на серию недель.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Ошибка безопасна: питомец не болеет и не гибнет, показатели не падают ниже 10, рост не откатывается.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Каждое изменение баланса и настроения объясняется одной фразой: «что изменилось и почему».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 — Material 3: сгенерированная из цвета бренда схема, крупные элементы, нижняя навигация, светлая и тёмная тема, питомец нарисован кодом и оживает анимацией.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Питомец Финни · 4/10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520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Пользовательский путь и игровая экономика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234440" cy="914400"/>
          </a:xfrm>
          <a:prstGeom prst="roundRect">
            <a:avLst>
              <a:gd name="adj" fmla="val 10000"/>
            </a:avLst>
          </a:prstGeom>
          <a:solidFill>
            <a:srgbClr val="F5D9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Знакомство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шага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673352" y="141732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20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74520" y="1234440"/>
            <a:ext cx="1234440" cy="914400"/>
          </a:xfrm>
          <a:prstGeom prst="roundRect">
            <a:avLst>
              <a:gd name="adj" fmla="val 10000"/>
            </a:avLst>
          </a:prstGeom>
          <a:solidFill>
            <a:srgbClr val="FFE3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74520" y="123444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Питомец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видов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090672" y="141732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20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1234440" cy="914400"/>
          </a:xfrm>
          <a:prstGeom prst="roundRect">
            <a:avLst>
              <a:gd name="adj" fmla="val 10000"/>
            </a:avLst>
          </a:prstGeom>
          <a:solidFill>
            <a:srgbClr val="F5D9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123444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/ 20 / 30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07992" y="141732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20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09160" y="1234440"/>
            <a:ext cx="1234440" cy="914400"/>
          </a:xfrm>
          <a:prstGeom prst="roundRect">
            <a:avLst>
              <a:gd name="adj" fmla="val 10000"/>
            </a:avLst>
          </a:prstGeom>
          <a:solidFill>
            <a:srgbClr val="FFE3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9160" y="123444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Покупки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задания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925312" y="141732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20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26480" y="1234440"/>
            <a:ext cx="1234440" cy="914400"/>
          </a:xfrm>
          <a:prstGeom prst="roundRect">
            <a:avLst>
              <a:gd name="adj" fmla="val 10000"/>
            </a:avLst>
          </a:prstGeom>
          <a:solidFill>
            <a:srgbClr val="F5D9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123444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Копилка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цель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342632" y="141732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20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543800" y="1234440"/>
            <a:ext cx="1234440" cy="914400"/>
          </a:xfrm>
          <a:prstGeom prst="roundRect">
            <a:avLst>
              <a:gd name="adj" fmla="val 10000"/>
            </a:avLst>
          </a:prstGeom>
          <a:solidFill>
            <a:srgbClr val="FFE3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43800" y="123444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 недели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рост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42316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F5D9FF"/>
          </a:solidFill>
          <a:ln w="12700">
            <a:solidFill>
              <a:srgbClr val="F5D9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2514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Доход и расходы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288036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Карманные деньги +100 в неделю; задания +20 (верно) / +5 (попытка).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Покупка: цена ≤ баланс, показатель питомца +эффект.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Копилка: взнос ≤ баланс; снятие с предпросмотром «цель отодвинется».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 цели = остаток ÷ средний взнос.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63440" y="242316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FFE3C8"/>
          </a:solidFill>
          <a:ln w="12700">
            <a:solidFill>
              <a:srgbClr val="FFE3C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00600" y="2514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 недели → рост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800600" y="288036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проверки: еда и уход куплены · траты по плану · копилка выросла → 0–3 очка роста.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Естественное убывание: сытость −30, чистота −25, настроение −10; бонусы +10 за план и копилку.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Стадии: Малыш 0–3 → Подросток 4–8 → Взрослый 9+. Назад не откатывается.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Питомец Финни · 5/10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520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Обязательные функции и границы прототипа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120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2.5.1–2.5.2 Знакомство, гостевой профиль, настройка и имя питомца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2.5.3 Главный экран: питомец, показатели, монеты, копилка, цель, «Сейчас»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2.5.4–2.5.5 Валюта с источником каждой монеты; план по 3 направлениям, контроль суммы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2.5.6 10 товаров двух типов, подтверждение, отказ с объяснением при нехватке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2.5.7 4 цели + своя, копилка, срок по среднему взносу, предпросмотр снятия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2.5.8 10 заданий по 3 темам, выбор и ввод числа, объяснение всегда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2.5.9–2.5.11 Обратная связь, 3 стадии и 3 выражения, история, справка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2.5.12–2.5.14 Раздел взрослого с барьером, сохранение, демо-режим, контент в JSON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852160" y="1143000"/>
            <a:ext cx="2834640" cy="3566160"/>
          </a:xfrm>
          <a:prstGeom prst="roundRect">
            <a:avLst>
              <a:gd name="adj" fmla="val 3871"/>
            </a:avLst>
          </a:prstGeom>
          <a:solidFill>
            <a:srgbClr val="FFE3C8"/>
          </a:solidFill>
          <a:ln w="12700">
            <a:solidFill>
              <a:srgbClr val="FFE3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89320" y="1234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Осознанно за границей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89320" y="1600200"/>
            <a:ext cx="2560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Реальные деньги, платежи, банки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Реклама, подписки, покупки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Чаты, рейтинги, соцсети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Аккаунты и сбор данных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Сервер, ИИ, облако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Публикация в RuStore на этапе конкурса (карточка и подписанный APK готовы)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Начисление баллов родителем — в плане развития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Питомец Финни · 6/10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520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UX/UI-решения</a:t>
            </a:r>
            <a:endParaRPr lang="en-US" sz="2600" dirty="0"/>
          </a:p>
        </p:txBody>
      </p:sp>
      <p:pic>
        <p:nvPicPr>
          <p:cNvPr id="3" name="Image 0" descr="/Users/denis/Documents/Personal/finny-pet/screenshots/store/03_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097280"/>
            <a:ext cx="1223889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840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План: карточки направлений, ±10 тональными кнопками, доля бюджета</a:t>
            </a:r>
            <a:endParaRPr lang="en-US" sz="1050" dirty="0"/>
          </a:p>
        </p:txBody>
      </p:sp>
      <p:pic>
        <p:nvPicPr>
          <p:cNvPr id="5" name="Image 1" descr="/Users/denis/Documents/Personal/finny-pet/screenshots/store/06_not_enoug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097280"/>
            <a:ext cx="1223889" cy="26517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291840" y="3840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Нехватка: не «нельзя», а «не хватает 25 — вот 3 варианта»</a:t>
            </a:r>
            <a:endParaRPr lang="en-US" sz="1050" dirty="0"/>
          </a:p>
        </p:txBody>
      </p:sp>
      <p:pic>
        <p:nvPicPr>
          <p:cNvPr id="7" name="Image 2" descr="/Users/denis/Documents/Personal/finny-pet/screenshots/store/09_sum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0"/>
            <a:ext cx="1223889" cy="265176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126480" y="3840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 недели: три галочки, план/факт, объяснение простыми словами</a:t>
            </a:r>
            <a:endParaRPr lang="en-US" sz="1050" dirty="0"/>
          </a:p>
        </p:txBody>
      </p:sp>
      <p:sp>
        <p:nvSpPr>
          <p:cNvPr id="9" name="Text 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Питомец Финни · 7/10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520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Архитектура, стек, данные, контент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5D9FF"/>
          </a:solidFill>
          <a:ln w="12700">
            <a:solidFill>
              <a:srgbClr val="F5D9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20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91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Jetpack Compose, Material 3 1.4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NavigationSuite (панель / рейл), тёмная тема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GameViewModel, 11 экранов, PetView на Canvas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7373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20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FE3C8"/>
          </a:solidFill>
          <a:ln w="12700">
            <a:solidFill>
              <a:srgbClr val="FFE3C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20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691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ContentRepository — assets/content.json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StateStore — filesDir/state.json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атомарная запись, без сети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17373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20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5D9FF"/>
          </a:solidFill>
          <a:ln w="12700">
            <a:solidFill>
              <a:srgbClr val="F5D9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20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1691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Economy.kt — чистый Kotlin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· покупки · копилка · задания · неделя · рост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JVM-тестов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1546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Стек: Kotlin 2.4, AGP 9.2, Compose BOM 2026.06 (Material 3, adaptive navigation suite, Material Symbols), kotlinx.serialization; minSdk 26 (Android 8.0), targetSdk 36; APK release 1,5 МБ (R8), без разрешений.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Обновление контента: новое задание = запись в content.json; тест ContentTest проверяет структуру и минимумы ТЗ при каждой сборке; код не меняется.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Сохранение: один JSON-файл профиля, никаких персональных данных; сброс и удаление — из раздела для взрослого.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Питомец Финни · 8/10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520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Тестирование, ограничения, план доработки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F5D9FF"/>
          </a:solidFill>
          <a:ln w="12700">
            <a:solidFill>
              <a:srgbClr val="F5D9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Проверено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4592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25 JVM-тестов экономики и контента — зелёные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Сквозной сценарий (12 шагов) на эмуляторе Android 16, arm64, release-сборка с R8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Тёмная тема, альбомная ориентация, рейл навигации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Запуск до главного экрана: ~1 с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Три раунда код-ревью, автопрогон tools/demo_run.sh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46120" y="118872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FFE3C8"/>
          </a:solidFill>
          <a:ln w="12700">
            <a:solidFill>
              <a:srgbClr val="FFE3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Ограничения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64592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Физическое устройство с 3 ГБ RAM — прогон предстоит команде перед сдачей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Неделя завершается кнопкой, календарной привязки нет (осознанно)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Графика питомца — примитивы Canvas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Один профиль на устройство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Без звука и планшетной раскладки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F5D9FF"/>
          </a:solidFill>
          <a:ln w="12700">
            <a:solidFill>
              <a:srgbClr val="F5D9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64592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Пилот с детьми при согласии родителей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Родительские бонусы за реальные дела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Больше заданий и событий через JSON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Художественные спрайты и звук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Несколько профилей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Публикация в RuStore, 0+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Питомец Финни · 9/10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209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Материалы для экспертов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669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Репозиторий: папка проекта finny-pet (ветка feat/finny-mvp) — README с быстрым запуском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Сборка: release/finny-pet-1.2.0-release.apk — подписанный релиз, package ru.finny.pet, версия 1.2.0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Документация: docs/Finny_Documentation.docx и docs/*.md — архитектура, формулы, матрица требований, тест-кейсы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Демо: docs/BUILD_AND_DEMO.md — включение тестового профиля, сценарий на 4–5 минут; резервное видео docs/demo.mp4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RuStore: docs/RUSTORE_CARD.md, иконка assets/icon/icon-512.png, скриншоты screenshots/store/</a:t>
            </a:r>
            <a:endParaRPr lang="en-US" sz="1300" dirty="0"/>
          </a:p>
        </p:txBody>
      </p:sp>
      <p:pic>
        <p:nvPicPr>
          <p:cNvPr id="4" name="Image 0" descr="/Users/denis/Documents/Personal/finny-pet/screenshots/store/13_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365760"/>
            <a:ext cx="2025748" cy="4389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Питомец Финни · 10/10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Питомец Финни</dc:title>
  <dc:subject>PptxGenJS Presentation</dc:subject>
  <dc:creator>Finny team</dc:creator>
  <cp:lastModifiedBy>Finny team</cp:lastModifiedBy>
  <cp:revision>1</cp:revision>
  <dcterms:created xsi:type="dcterms:W3CDTF">2026-09-15T15:51:03Z</dcterms:created>
  <dcterms:modified xsi:type="dcterms:W3CDTF">2026-09-15T15:51:03Z</dcterms:modified>
</cp:coreProperties>
</file>